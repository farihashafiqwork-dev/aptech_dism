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712" r:id="rId1"/>
  </p:sldMasterIdLst>
  <p:sldIdLst>
    <p:sldId id="257" r:id="rId2"/>
    <p:sldId id="266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7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6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10/31/2023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10/31/2023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10/31/2023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10/31/2023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10/31/2023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10/31/2023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10/31/2023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10/31/2023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10/31/2023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10/31/2023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10/31/2023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10/31/2023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6D7A0BC-0046-4CAA-8E7F-DCAFE511E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21E816-31F5-48BB-BD02-D15F2F18B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</p:spPr>
        <p:txBody>
          <a:bodyPr>
            <a:normAutofit/>
          </a:bodyPr>
          <a:lstStyle/>
          <a:p>
            <a:r>
              <a:rPr lang="en-US" dirty="0"/>
              <a:t>Introduction to JSON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7C6334F-6411-41EC-AD7D-179EDD8B5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6B02CEE-3AF8-4349-9B3E-8970E6DF62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A01CF0-3FB5-44EB-B7DE-F2E86374C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F1A8C364-94D4-4630-BAD0-78722F34705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8733" y="3081867"/>
            <a:ext cx="11260667" cy="3310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805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F14D37D-AF1F-47C1-9A02-490BEE636AED}"/>
              </a:ext>
            </a:extLst>
          </p:cNvPr>
          <p:cNvSpPr txBox="1">
            <a:spLocks/>
          </p:cNvSpPr>
          <p:nvPr/>
        </p:nvSpPr>
        <p:spPr>
          <a:xfrm>
            <a:off x="581192" y="702156"/>
            <a:ext cx="11029616" cy="636314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/>
              <a:t>What is Json?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6ED7D6-63A1-40B1-9E8E-CDEBB2D46D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546" y="1623668"/>
            <a:ext cx="10410907" cy="3926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799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F14D37D-AF1F-47C1-9A02-490BEE636AED}"/>
              </a:ext>
            </a:extLst>
          </p:cNvPr>
          <p:cNvSpPr txBox="1">
            <a:spLocks/>
          </p:cNvSpPr>
          <p:nvPr/>
        </p:nvSpPr>
        <p:spPr>
          <a:xfrm>
            <a:off x="581192" y="702156"/>
            <a:ext cx="11029616" cy="636314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/>
              <a:t>When to use Json?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E45C78-D331-4140-B5E4-4B2D2937D3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0271" y="1786046"/>
            <a:ext cx="9551458" cy="3942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0588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F14D37D-AF1F-47C1-9A02-490BEE636AED}"/>
              </a:ext>
            </a:extLst>
          </p:cNvPr>
          <p:cNvSpPr txBox="1">
            <a:spLocks/>
          </p:cNvSpPr>
          <p:nvPr/>
        </p:nvSpPr>
        <p:spPr>
          <a:xfrm>
            <a:off x="581192" y="702156"/>
            <a:ext cx="11029616" cy="636314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/>
              <a:t>Data </a:t>
            </a:r>
            <a:r>
              <a:rPr lang="en-US" b="1" dirty="0" err="1"/>
              <a:t>formet</a:t>
            </a:r>
            <a:r>
              <a:rPr lang="en-US" b="1" dirty="0"/>
              <a:t> of Json to xml?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235F26-578D-4F58-9274-BA703128A8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846" y="1338470"/>
            <a:ext cx="9060001" cy="4583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671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F14D37D-AF1F-47C1-9A02-490BEE636AED}"/>
              </a:ext>
            </a:extLst>
          </p:cNvPr>
          <p:cNvSpPr txBox="1">
            <a:spLocks/>
          </p:cNvSpPr>
          <p:nvPr/>
        </p:nvSpPr>
        <p:spPr>
          <a:xfrm>
            <a:off x="581192" y="702156"/>
            <a:ext cx="11029616" cy="636314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/>
              <a:t>Deference between JSON &amp; XML  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B1A37C-94C0-41A7-B28B-1F0ACEC023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971" y="1509444"/>
            <a:ext cx="10184084" cy="4338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863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F14D37D-AF1F-47C1-9A02-490BEE636AED}"/>
              </a:ext>
            </a:extLst>
          </p:cNvPr>
          <p:cNvSpPr txBox="1">
            <a:spLocks/>
          </p:cNvSpPr>
          <p:nvPr/>
        </p:nvSpPr>
        <p:spPr>
          <a:xfrm>
            <a:off x="581192" y="702156"/>
            <a:ext cx="11029616" cy="636314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 err="1"/>
              <a:t>Javascript</a:t>
            </a:r>
            <a:r>
              <a:rPr lang="en-US" b="1" dirty="0"/>
              <a:t> Object literals &amp;JSON?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495146D-8B1C-491A-A754-3B765FBCD13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6595"/>
          <a:stretch/>
        </p:blipFill>
        <p:spPr>
          <a:xfrm>
            <a:off x="1238046" y="1547613"/>
            <a:ext cx="9715907" cy="63631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C8EDA347-D798-4334-974D-19131E0C00B3}"/>
              </a:ext>
            </a:extLst>
          </p:cNvPr>
          <p:cNvSpPr/>
          <p:nvPr/>
        </p:nvSpPr>
        <p:spPr>
          <a:xfrm>
            <a:off x="1238046" y="2393070"/>
            <a:ext cx="10052806" cy="13252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Var Person ={ ‘first Name’ : ‘Summaiya’ , ‘last Name’ : ‘Aslam’ };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Alert (</a:t>
            </a:r>
            <a:r>
              <a:rPr lang="en-US" dirty="0" err="1">
                <a:solidFill>
                  <a:schemeClr val="tx1"/>
                </a:solidFill>
              </a:rPr>
              <a:t>person.firstName</a:t>
            </a:r>
            <a:r>
              <a:rPr lang="en-US" dirty="0">
                <a:solidFill>
                  <a:schemeClr val="tx1"/>
                </a:solidFill>
              </a:rPr>
              <a:t> + “” + </a:t>
            </a:r>
            <a:r>
              <a:rPr lang="en-US" dirty="0" err="1">
                <a:solidFill>
                  <a:schemeClr val="tx1"/>
                </a:solidFill>
              </a:rPr>
              <a:t>person.lastName</a:t>
            </a:r>
            <a:r>
              <a:rPr lang="en-US" dirty="0">
                <a:solidFill>
                  <a:schemeClr val="tx1"/>
                </a:solidFill>
              </a:rPr>
              <a:t>);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8AFF0E6C-5880-4714-B107-F8F0C637DCC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209" b="30697"/>
          <a:stretch/>
        </p:blipFill>
        <p:spPr>
          <a:xfrm>
            <a:off x="1128863" y="3718287"/>
            <a:ext cx="9715907" cy="858845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7501B342-6FD1-48EB-9842-A1D24F82B212}"/>
              </a:ext>
            </a:extLst>
          </p:cNvPr>
          <p:cNvSpPr/>
          <p:nvPr/>
        </p:nvSpPr>
        <p:spPr>
          <a:xfrm>
            <a:off x="1128863" y="4746322"/>
            <a:ext cx="10052806" cy="13252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Var Person ={ “first Name” : “Summaiya” , “last Name” : “Aslam” };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Alert (</a:t>
            </a:r>
            <a:r>
              <a:rPr lang="en-US" dirty="0" err="1">
                <a:solidFill>
                  <a:schemeClr val="tx1"/>
                </a:solidFill>
              </a:rPr>
              <a:t>person.firstName</a:t>
            </a:r>
            <a:r>
              <a:rPr lang="en-US" dirty="0">
                <a:solidFill>
                  <a:schemeClr val="tx1"/>
                </a:solidFill>
              </a:rPr>
              <a:t> + “” + </a:t>
            </a:r>
            <a:r>
              <a:rPr lang="en-US" dirty="0" err="1">
                <a:solidFill>
                  <a:schemeClr val="tx1"/>
                </a:solidFill>
              </a:rPr>
              <a:t>person.lastName</a:t>
            </a:r>
            <a:r>
              <a:rPr lang="en-US" dirty="0">
                <a:solidFill>
                  <a:schemeClr val="tx1"/>
                </a:solidFill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3944462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F14D37D-AF1F-47C1-9A02-490BEE636AED}"/>
              </a:ext>
            </a:extLst>
          </p:cNvPr>
          <p:cNvSpPr txBox="1">
            <a:spLocks/>
          </p:cNvSpPr>
          <p:nvPr/>
        </p:nvSpPr>
        <p:spPr>
          <a:xfrm>
            <a:off x="581192" y="702156"/>
            <a:ext cx="11029616" cy="636314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/>
              <a:t>Data Type allowed in JSON?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99C991-C246-47E9-98D8-B5332DA576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8622" y="1338470"/>
            <a:ext cx="4948378" cy="4455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3535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F14D37D-AF1F-47C1-9A02-490BEE636AED}"/>
              </a:ext>
            </a:extLst>
          </p:cNvPr>
          <p:cNvSpPr txBox="1">
            <a:spLocks/>
          </p:cNvSpPr>
          <p:nvPr/>
        </p:nvSpPr>
        <p:spPr>
          <a:xfrm>
            <a:off x="581192" y="702156"/>
            <a:ext cx="11029616" cy="636314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/>
              <a:t>Data Type allowed in JSON?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2D301E-5191-4DB0-9A68-86B65103A13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12"/>
          <a:stretch/>
        </p:blipFill>
        <p:spPr>
          <a:xfrm>
            <a:off x="894884" y="1357520"/>
            <a:ext cx="10011152" cy="49480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2FC2BF2-ADD4-4A4B-BC42-5647476C5E7D}"/>
              </a:ext>
            </a:extLst>
          </p:cNvPr>
          <p:cNvSpPr txBox="1"/>
          <p:nvPr/>
        </p:nvSpPr>
        <p:spPr>
          <a:xfrm>
            <a:off x="10763250" y="4907072"/>
            <a:ext cx="14287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248370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F14D37D-AF1F-47C1-9A02-490BEE636AED}"/>
              </a:ext>
            </a:extLst>
          </p:cNvPr>
          <p:cNvSpPr txBox="1">
            <a:spLocks/>
          </p:cNvSpPr>
          <p:nvPr/>
        </p:nvSpPr>
        <p:spPr>
          <a:xfrm>
            <a:off x="581192" y="702156"/>
            <a:ext cx="11029616" cy="636314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/>
              <a:t>Advantages of JSON?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FC2BF2-ADD4-4A4B-BC42-5647476C5E7D}"/>
              </a:ext>
            </a:extLst>
          </p:cNvPr>
          <p:cNvSpPr txBox="1"/>
          <p:nvPr/>
        </p:nvSpPr>
        <p:spPr>
          <a:xfrm>
            <a:off x="10763250" y="4907072"/>
            <a:ext cx="14287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}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31C788-F658-426B-BE61-2F4AD39603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2550" y="1357520"/>
            <a:ext cx="9634087" cy="4452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2735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F14D37D-AF1F-47C1-9A02-490BEE636AED}"/>
              </a:ext>
            </a:extLst>
          </p:cNvPr>
          <p:cNvSpPr txBox="1">
            <a:spLocks/>
          </p:cNvSpPr>
          <p:nvPr/>
        </p:nvSpPr>
        <p:spPr>
          <a:xfrm>
            <a:off x="761301" y="923829"/>
            <a:ext cx="11250590" cy="1168208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/>
              <a:t>What is APIs (</a:t>
            </a:r>
            <a:r>
              <a:rPr lang="en-US" dirty="0"/>
              <a:t>Application Programming Interfaces)</a:t>
            </a:r>
            <a:r>
              <a:rPr lang="en-US" b="1" dirty="0"/>
              <a:t>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F5CD20-6592-478E-8B05-980CF0575F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7822" y="1710990"/>
            <a:ext cx="8945269" cy="4444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747123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OUR.pptx" id="{C8B94E25-33BD-45D5-BF09-DFDE6F66F827}" vid="{3906A810-667D-48F7-952C-A904CEA9ED6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Future forward</Template>
  <TotalTime>0</TotalTime>
  <Words>123</Words>
  <Application>Microsoft Office PowerPoint</Application>
  <PresentationFormat>Widescreen</PresentationFormat>
  <Paragraphs>18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Franklin Gothic Book</vt:lpstr>
      <vt:lpstr>Franklin Gothic Demi</vt:lpstr>
      <vt:lpstr>Wingdings 2</vt:lpstr>
      <vt:lpstr>DividendVTI</vt:lpstr>
      <vt:lpstr>Introduction to JSON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2023-06-22T04:38:03Z</dcterms:created>
  <dcterms:modified xsi:type="dcterms:W3CDTF">2023-10-31T08:59:54Z</dcterms:modified>
</cp:coreProperties>
</file>