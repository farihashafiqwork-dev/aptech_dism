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4" r:id="rId3"/>
    <p:sldId id="258" r:id="rId4"/>
    <p:sldId id="259" r:id="rId5"/>
    <p:sldId id="260" r:id="rId6"/>
    <p:sldId id="261" r:id="rId7"/>
    <p:sldId id="266" r:id="rId8"/>
    <p:sldId id="267" r:id="rId9"/>
    <p:sldId id="263" r:id="rId10"/>
    <p:sldId id="268" r:id="rId11"/>
    <p:sldId id="269" r:id="rId12"/>
    <p:sldId id="270" r:id="rId13"/>
    <p:sldId id="265" r:id="rId1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55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omic Sans MS"/>
                <a:cs typeface="Comic Sans MS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pc="-5" dirty="0"/>
              <a:t>V </a:t>
            </a:r>
            <a:r>
              <a:rPr spc="95" dirty="0"/>
              <a:t> </a:t>
            </a:r>
            <a:r>
              <a:rPr spc="-5" dirty="0"/>
              <a:t>1</a:t>
            </a:r>
            <a:r>
              <a:rPr spc="-100" dirty="0"/>
              <a:t> </a:t>
            </a:r>
            <a:r>
              <a:rPr spc="-5" dirty="0"/>
              <a:t>.</a:t>
            </a:r>
            <a:r>
              <a:rPr spc="-95" dirty="0"/>
              <a:t> </a:t>
            </a:r>
            <a:r>
              <a:rPr spc="-5" dirty="0"/>
              <a:t>0</a:t>
            </a:r>
            <a:r>
              <a:rPr dirty="0"/>
              <a:t> </a:t>
            </a:r>
            <a:r>
              <a:rPr spc="110" dirty="0"/>
              <a:t> </a:t>
            </a:r>
            <a:r>
              <a:rPr spc="-5" dirty="0"/>
              <a:t>©</a:t>
            </a:r>
            <a:r>
              <a:rPr dirty="0"/>
              <a:t> </a:t>
            </a:r>
            <a:r>
              <a:rPr spc="105" dirty="0"/>
              <a:t> </a:t>
            </a:r>
            <a:r>
              <a:rPr spc="-5" dirty="0"/>
              <a:t>A</a:t>
            </a:r>
            <a:r>
              <a:rPr spc="-105" dirty="0"/>
              <a:t> </a:t>
            </a:r>
            <a:r>
              <a:rPr spc="-5" dirty="0"/>
              <a:t>P</a:t>
            </a:r>
            <a:r>
              <a:rPr spc="-100" dirty="0"/>
              <a:t> </a:t>
            </a:r>
            <a:r>
              <a:rPr spc="-5" dirty="0"/>
              <a:t>T</a:t>
            </a:r>
            <a:r>
              <a:rPr spc="-105" dirty="0"/>
              <a:t> </a:t>
            </a:r>
            <a:r>
              <a:rPr spc="-5" dirty="0"/>
              <a:t>E</a:t>
            </a:r>
            <a:r>
              <a:rPr spc="-95" dirty="0"/>
              <a:t> </a:t>
            </a:r>
            <a:r>
              <a:rPr spc="-5" dirty="0"/>
              <a:t>C</a:t>
            </a:r>
            <a:r>
              <a:rPr spc="-100" dirty="0"/>
              <a:t> </a:t>
            </a:r>
            <a:r>
              <a:rPr spc="-5" dirty="0"/>
              <a:t>H</a:t>
            </a:r>
            <a:r>
              <a:rPr dirty="0"/>
              <a:t> </a:t>
            </a:r>
            <a:r>
              <a:rPr spc="95" dirty="0"/>
              <a:t> </a:t>
            </a:r>
            <a:r>
              <a:rPr spc="-5" dirty="0"/>
              <a:t>L</a:t>
            </a:r>
            <a:r>
              <a:rPr spc="-95" dirty="0"/>
              <a:t> </a:t>
            </a:r>
            <a:r>
              <a:rPr spc="-5" dirty="0"/>
              <a:t>I</a:t>
            </a:r>
            <a:r>
              <a:rPr spc="-100" dirty="0"/>
              <a:t> </a:t>
            </a:r>
            <a:r>
              <a:rPr spc="-5" dirty="0"/>
              <a:t>M</a:t>
            </a:r>
            <a:r>
              <a:rPr spc="-100" dirty="0"/>
              <a:t> </a:t>
            </a:r>
            <a:r>
              <a:rPr spc="-5" dirty="0"/>
              <a:t>I</a:t>
            </a:r>
            <a:r>
              <a:rPr spc="-100" dirty="0"/>
              <a:t> </a:t>
            </a:r>
            <a:r>
              <a:rPr spc="-5" dirty="0"/>
              <a:t>T</a:t>
            </a:r>
            <a:r>
              <a:rPr spc="-105" dirty="0"/>
              <a:t> </a:t>
            </a:r>
            <a:r>
              <a:rPr spc="-5" dirty="0"/>
              <a:t>E</a:t>
            </a:r>
            <a:r>
              <a:rPr spc="-95" dirty="0"/>
              <a:t> </a:t>
            </a:r>
            <a:r>
              <a:rPr spc="-5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Comic Sans MS"/>
                <a:cs typeface="Comic Sans MS"/>
              </a:defRPr>
            </a:lvl1pPr>
          </a:lstStyle>
          <a:p>
            <a:pPr marL="38100">
              <a:lnSpc>
                <a:spcPct val="100000"/>
              </a:lnSpc>
              <a:spcBef>
                <a:spcPts val="27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omic Sans MS"/>
                <a:cs typeface="Comic Sans MS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pc="-5" dirty="0"/>
              <a:t>V </a:t>
            </a:r>
            <a:r>
              <a:rPr spc="95" dirty="0"/>
              <a:t> </a:t>
            </a:r>
            <a:r>
              <a:rPr spc="-5" dirty="0"/>
              <a:t>1</a:t>
            </a:r>
            <a:r>
              <a:rPr spc="-100" dirty="0"/>
              <a:t> </a:t>
            </a:r>
            <a:r>
              <a:rPr spc="-5" dirty="0"/>
              <a:t>.</a:t>
            </a:r>
            <a:r>
              <a:rPr spc="-95" dirty="0"/>
              <a:t> </a:t>
            </a:r>
            <a:r>
              <a:rPr spc="-5" dirty="0"/>
              <a:t>0</a:t>
            </a:r>
            <a:r>
              <a:rPr dirty="0"/>
              <a:t> </a:t>
            </a:r>
            <a:r>
              <a:rPr spc="110" dirty="0"/>
              <a:t> </a:t>
            </a:r>
            <a:r>
              <a:rPr spc="-5" dirty="0"/>
              <a:t>©</a:t>
            </a:r>
            <a:r>
              <a:rPr dirty="0"/>
              <a:t> </a:t>
            </a:r>
            <a:r>
              <a:rPr spc="105" dirty="0"/>
              <a:t> </a:t>
            </a:r>
            <a:r>
              <a:rPr spc="-5" dirty="0"/>
              <a:t>A</a:t>
            </a:r>
            <a:r>
              <a:rPr spc="-105" dirty="0"/>
              <a:t> </a:t>
            </a:r>
            <a:r>
              <a:rPr spc="-5" dirty="0"/>
              <a:t>P</a:t>
            </a:r>
            <a:r>
              <a:rPr spc="-100" dirty="0"/>
              <a:t> </a:t>
            </a:r>
            <a:r>
              <a:rPr spc="-5" dirty="0"/>
              <a:t>T</a:t>
            </a:r>
            <a:r>
              <a:rPr spc="-105" dirty="0"/>
              <a:t> </a:t>
            </a:r>
            <a:r>
              <a:rPr spc="-5" dirty="0"/>
              <a:t>E</a:t>
            </a:r>
            <a:r>
              <a:rPr spc="-95" dirty="0"/>
              <a:t> </a:t>
            </a:r>
            <a:r>
              <a:rPr spc="-5" dirty="0"/>
              <a:t>C</a:t>
            </a:r>
            <a:r>
              <a:rPr spc="-100" dirty="0"/>
              <a:t> </a:t>
            </a:r>
            <a:r>
              <a:rPr spc="-5" dirty="0"/>
              <a:t>H</a:t>
            </a:r>
            <a:r>
              <a:rPr dirty="0"/>
              <a:t> </a:t>
            </a:r>
            <a:r>
              <a:rPr spc="95" dirty="0"/>
              <a:t> </a:t>
            </a:r>
            <a:r>
              <a:rPr spc="-5" dirty="0"/>
              <a:t>L</a:t>
            </a:r>
            <a:r>
              <a:rPr spc="-95" dirty="0"/>
              <a:t> </a:t>
            </a:r>
            <a:r>
              <a:rPr spc="-5" dirty="0"/>
              <a:t>I</a:t>
            </a:r>
            <a:r>
              <a:rPr spc="-100" dirty="0"/>
              <a:t> </a:t>
            </a:r>
            <a:r>
              <a:rPr spc="-5" dirty="0"/>
              <a:t>M</a:t>
            </a:r>
            <a:r>
              <a:rPr spc="-100" dirty="0"/>
              <a:t> </a:t>
            </a:r>
            <a:r>
              <a:rPr spc="-5" dirty="0"/>
              <a:t>I</a:t>
            </a:r>
            <a:r>
              <a:rPr spc="-100" dirty="0"/>
              <a:t> </a:t>
            </a:r>
            <a:r>
              <a:rPr spc="-5" dirty="0"/>
              <a:t>T</a:t>
            </a:r>
            <a:r>
              <a:rPr spc="-105" dirty="0"/>
              <a:t> </a:t>
            </a:r>
            <a:r>
              <a:rPr spc="-5" dirty="0"/>
              <a:t>E</a:t>
            </a:r>
            <a:r>
              <a:rPr spc="-95" dirty="0"/>
              <a:t> </a:t>
            </a:r>
            <a:r>
              <a:rPr spc="-5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Comic Sans MS"/>
                <a:cs typeface="Comic Sans MS"/>
              </a:defRPr>
            </a:lvl1pPr>
          </a:lstStyle>
          <a:p>
            <a:pPr marL="38100">
              <a:lnSpc>
                <a:spcPct val="100000"/>
              </a:lnSpc>
              <a:spcBef>
                <a:spcPts val="27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276858" y="1156842"/>
            <a:ext cx="1941195" cy="4441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omic Sans MS"/>
                <a:cs typeface="Comic Sans MS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pc="-5" dirty="0"/>
              <a:t>V </a:t>
            </a:r>
            <a:r>
              <a:rPr spc="95" dirty="0"/>
              <a:t> </a:t>
            </a:r>
            <a:r>
              <a:rPr spc="-5" dirty="0"/>
              <a:t>1</a:t>
            </a:r>
            <a:r>
              <a:rPr spc="-100" dirty="0"/>
              <a:t> </a:t>
            </a:r>
            <a:r>
              <a:rPr spc="-5" dirty="0"/>
              <a:t>.</a:t>
            </a:r>
            <a:r>
              <a:rPr spc="-95" dirty="0"/>
              <a:t> </a:t>
            </a:r>
            <a:r>
              <a:rPr spc="-5" dirty="0"/>
              <a:t>0</a:t>
            </a:r>
            <a:r>
              <a:rPr dirty="0"/>
              <a:t> </a:t>
            </a:r>
            <a:r>
              <a:rPr spc="110" dirty="0"/>
              <a:t> </a:t>
            </a:r>
            <a:r>
              <a:rPr spc="-5" dirty="0"/>
              <a:t>©</a:t>
            </a:r>
            <a:r>
              <a:rPr dirty="0"/>
              <a:t> </a:t>
            </a:r>
            <a:r>
              <a:rPr spc="105" dirty="0"/>
              <a:t> </a:t>
            </a:r>
            <a:r>
              <a:rPr spc="-5" dirty="0"/>
              <a:t>A</a:t>
            </a:r>
            <a:r>
              <a:rPr spc="-105" dirty="0"/>
              <a:t> </a:t>
            </a:r>
            <a:r>
              <a:rPr spc="-5" dirty="0"/>
              <a:t>P</a:t>
            </a:r>
            <a:r>
              <a:rPr spc="-100" dirty="0"/>
              <a:t> </a:t>
            </a:r>
            <a:r>
              <a:rPr spc="-5" dirty="0"/>
              <a:t>T</a:t>
            </a:r>
            <a:r>
              <a:rPr spc="-105" dirty="0"/>
              <a:t> </a:t>
            </a:r>
            <a:r>
              <a:rPr spc="-5" dirty="0"/>
              <a:t>E</a:t>
            </a:r>
            <a:r>
              <a:rPr spc="-95" dirty="0"/>
              <a:t> </a:t>
            </a:r>
            <a:r>
              <a:rPr spc="-5" dirty="0"/>
              <a:t>C</a:t>
            </a:r>
            <a:r>
              <a:rPr spc="-100" dirty="0"/>
              <a:t> </a:t>
            </a:r>
            <a:r>
              <a:rPr spc="-5" dirty="0"/>
              <a:t>H</a:t>
            </a:r>
            <a:r>
              <a:rPr dirty="0"/>
              <a:t> </a:t>
            </a:r>
            <a:r>
              <a:rPr spc="95" dirty="0"/>
              <a:t> </a:t>
            </a:r>
            <a:r>
              <a:rPr spc="-5" dirty="0"/>
              <a:t>L</a:t>
            </a:r>
            <a:r>
              <a:rPr spc="-95" dirty="0"/>
              <a:t> </a:t>
            </a:r>
            <a:r>
              <a:rPr spc="-5" dirty="0"/>
              <a:t>I</a:t>
            </a:r>
            <a:r>
              <a:rPr spc="-100" dirty="0"/>
              <a:t> </a:t>
            </a:r>
            <a:r>
              <a:rPr spc="-5" dirty="0"/>
              <a:t>M</a:t>
            </a:r>
            <a:r>
              <a:rPr spc="-100" dirty="0"/>
              <a:t> </a:t>
            </a:r>
            <a:r>
              <a:rPr spc="-5" dirty="0"/>
              <a:t>I</a:t>
            </a:r>
            <a:r>
              <a:rPr spc="-100" dirty="0"/>
              <a:t> </a:t>
            </a:r>
            <a:r>
              <a:rPr spc="-5" dirty="0"/>
              <a:t>T</a:t>
            </a:r>
            <a:r>
              <a:rPr spc="-105" dirty="0"/>
              <a:t> </a:t>
            </a:r>
            <a:r>
              <a:rPr spc="-5" dirty="0"/>
              <a:t>E</a:t>
            </a:r>
            <a:r>
              <a:rPr spc="-95" dirty="0"/>
              <a:t> </a:t>
            </a:r>
            <a:r>
              <a:rPr spc="-5" dirty="0"/>
              <a:t>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Comic Sans MS"/>
                <a:cs typeface="Comic Sans MS"/>
              </a:defRPr>
            </a:lvl1pPr>
          </a:lstStyle>
          <a:p>
            <a:pPr marL="38100">
              <a:lnSpc>
                <a:spcPct val="100000"/>
              </a:lnSpc>
              <a:spcBef>
                <a:spcPts val="27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omic Sans MS"/>
                <a:cs typeface="Comic Sans MS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pc="-5" dirty="0"/>
              <a:t>V </a:t>
            </a:r>
            <a:r>
              <a:rPr spc="95" dirty="0"/>
              <a:t> </a:t>
            </a:r>
            <a:r>
              <a:rPr spc="-5" dirty="0"/>
              <a:t>1</a:t>
            </a:r>
            <a:r>
              <a:rPr spc="-100" dirty="0"/>
              <a:t> </a:t>
            </a:r>
            <a:r>
              <a:rPr spc="-5" dirty="0"/>
              <a:t>.</a:t>
            </a:r>
            <a:r>
              <a:rPr spc="-95" dirty="0"/>
              <a:t> </a:t>
            </a:r>
            <a:r>
              <a:rPr spc="-5" dirty="0"/>
              <a:t>0</a:t>
            </a:r>
            <a:r>
              <a:rPr dirty="0"/>
              <a:t> </a:t>
            </a:r>
            <a:r>
              <a:rPr spc="110" dirty="0"/>
              <a:t> </a:t>
            </a:r>
            <a:r>
              <a:rPr spc="-5" dirty="0"/>
              <a:t>©</a:t>
            </a:r>
            <a:r>
              <a:rPr dirty="0"/>
              <a:t> </a:t>
            </a:r>
            <a:r>
              <a:rPr spc="105" dirty="0"/>
              <a:t> </a:t>
            </a:r>
            <a:r>
              <a:rPr spc="-5" dirty="0"/>
              <a:t>A</a:t>
            </a:r>
            <a:r>
              <a:rPr spc="-105" dirty="0"/>
              <a:t> </a:t>
            </a:r>
            <a:r>
              <a:rPr spc="-5" dirty="0"/>
              <a:t>P</a:t>
            </a:r>
            <a:r>
              <a:rPr spc="-100" dirty="0"/>
              <a:t> </a:t>
            </a:r>
            <a:r>
              <a:rPr spc="-5" dirty="0"/>
              <a:t>T</a:t>
            </a:r>
            <a:r>
              <a:rPr spc="-105" dirty="0"/>
              <a:t> </a:t>
            </a:r>
            <a:r>
              <a:rPr spc="-5" dirty="0"/>
              <a:t>E</a:t>
            </a:r>
            <a:r>
              <a:rPr spc="-95" dirty="0"/>
              <a:t> </a:t>
            </a:r>
            <a:r>
              <a:rPr spc="-5" dirty="0"/>
              <a:t>C</a:t>
            </a:r>
            <a:r>
              <a:rPr spc="-100" dirty="0"/>
              <a:t> </a:t>
            </a:r>
            <a:r>
              <a:rPr spc="-5" dirty="0"/>
              <a:t>H</a:t>
            </a:r>
            <a:r>
              <a:rPr dirty="0"/>
              <a:t> </a:t>
            </a:r>
            <a:r>
              <a:rPr spc="95" dirty="0"/>
              <a:t> </a:t>
            </a:r>
            <a:r>
              <a:rPr spc="-5" dirty="0"/>
              <a:t>L</a:t>
            </a:r>
            <a:r>
              <a:rPr spc="-95" dirty="0"/>
              <a:t> </a:t>
            </a:r>
            <a:r>
              <a:rPr spc="-5" dirty="0"/>
              <a:t>I</a:t>
            </a:r>
            <a:r>
              <a:rPr spc="-100" dirty="0"/>
              <a:t> </a:t>
            </a:r>
            <a:r>
              <a:rPr spc="-5" dirty="0"/>
              <a:t>M</a:t>
            </a:r>
            <a:r>
              <a:rPr spc="-100" dirty="0"/>
              <a:t> </a:t>
            </a:r>
            <a:r>
              <a:rPr spc="-5" dirty="0"/>
              <a:t>I</a:t>
            </a:r>
            <a:r>
              <a:rPr spc="-100" dirty="0"/>
              <a:t> </a:t>
            </a:r>
            <a:r>
              <a:rPr spc="-5" dirty="0"/>
              <a:t>T</a:t>
            </a:r>
            <a:r>
              <a:rPr spc="-105" dirty="0"/>
              <a:t> </a:t>
            </a:r>
            <a:r>
              <a:rPr spc="-5" dirty="0"/>
              <a:t>E</a:t>
            </a:r>
            <a:r>
              <a:rPr spc="-95" dirty="0"/>
              <a:t> </a:t>
            </a:r>
            <a:r>
              <a:rPr spc="-5" dirty="0"/>
              <a:t>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Comic Sans MS"/>
                <a:cs typeface="Comic Sans MS"/>
              </a:defRPr>
            </a:lvl1pPr>
          </a:lstStyle>
          <a:p>
            <a:pPr marL="38100">
              <a:lnSpc>
                <a:spcPct val="100000"/>
              </a:lnSpc>
              <a:spcBef>
                <a:spcPts val="27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629398"/>
            <a:ext cx="9144000" cy="228600"/>
          </a:xfrm>
          <a:custGeom>
            <a:avLst/>
            <a:gdLst/>
            <a:ahLst/>
            <a:cxnLst/>
            <a:rect l="l" t="t" r="r" b="b"/>
            <a:pathLst>
              <a:path w="9144000" h="228600">
                <a:moveTo>
                  <a:pt x="2038223" y="0"/>
                </a:moveTo>
                <a:lnTo>
                  <a:pt x="0" y="228258"/>
                </a:lnTo>
                <a:lnTo>
                  <a:pt x="0" y="228599"/>
                </a:lnTo>
                <a:lnTo>
                  <a:pt x="9144000" y="228599"/>
                </a:lnTo>
                <a:lnTo>
                  <a:pt x="9144000" y="114"/>
                </a:lnTo>
                <a:lnTo>
                  <a:pt x="2038223" y="0"/>
                </a:lnTo>
                <a:close/>
              </a:path>
            </a:pathLst>
          </a:custGeom>
          <a:solidFill>
            <a:srgbClr val="A18E6A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2648711"/>
            <a:ext cx="3572510" cy="4209415"/>
          </a:xfrm>
          <a:custGeom>
            <a:avLst/>
            <a:gdLst/>
            <a:ahLst/>
            <a:cxnLst/>
            <a:rect l="l" t="t" r="r" b="b"/>
            <a:pathLst>
              <a:path w="3572510" h="4209415">
                <a:moveTo>
                  <a:pt x="0" y="-1"/>
                </a:moveTo>
                <a:lnTo>
                  <a:pt x="0" y="4209286"/>
                </a:lnTo>
                <a:lnTo>
                  <a:pt x="3572255" y="4209286"/>
                </a:lnTo>
                <a:lnTo>
                  <a:pt x="0" y="-1"/>
                </a:lnTo>
                <a:close/>
              </a:path>
            </a:pathLst>
          </a:custGeom>
          <a:solidFill>
            <a:srgbClr val="9B2C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9144000" cy="6819900"/>
          </a:xfrm>
          <a:custGeom>
            <a:avLst/>
            <a:gdLst/>
            <a:ahLst/>
            <a:cxnLst/>
            <a:rect l="l" t="t" r="r" b="b"/>
            <a:pathLst>
              <a:path w="9144000" h="6819900">
                <a:moveTo>
                  <a:pt x="9144000" y="0"/>
                </a:moveTo>
                <a:lnTo>
                  <a:pt x="7690992" y="0"/>
                </a:lnTo>
                <a:lnTo>
                  <a:pt x="0" y="6817197"/>
                </a:lnTo>
                <a:lnTo>
                  <a:pt x="0" y="6819898"/>
                </a:lnTo>
                <a:lnTo>
                  <a:pt x="9144000" y="6819898"/>
                </a:lnTo>
                <a:lnTo>
                  <a:pt x="9144000" y="0"/>
                </a:lnTo>
                <a:close/>
              </a:path>
            </a:pathLst>
          </a:custGeom>
          <a:solidFill>
            <a:srgbClr val="A18E6A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9460" y="2453639"/>
            <a:ext cx="3646424" cy="284683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Comic Sans MS"/>
                <a:cs typeface="Comic Sans MS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pc="-5" dirty="0"/>
              <a:t>V </a:t>
            </a:r>
            <a:r>
              <a:rPr spc="95" dirty="0"/>
              <a:t> </a:t>
            </a:r>
            <a:r>
              <a:rPr spc="-5" dirty="0"/>
              <a:t>1</a:t>
            </a:r>
            <a:r>
              <a:rPr spc="-100" dirty="0"/>
              <a:t> </a:t>
            </a:r>
            <a:r>
              <a:rPr spc="-5" dirty="0"/>
              <a:t>.</a:t>
            </a:r>
            <a:r>
              <a:rPr spc="-95" dirty="0"/>
              <a:t> </a:t>
            </a:r>
            <a:r>
              <a:rPr spc="-5" dirty="0"/>
              <a:t>0</a:t>
            </a:r>
            <a:r>
              <a:rPr dirty="0"/>
              <a:t> </a:t>
            </a:r>
            <a:r>
              <a:rPr spc="110" dirty="0"/>
              <a:t> </a:t>
            </a:r>
            <a:r>
              <a:rPr spc="-5" dirty="0"/>
              <a:t>©</a:t>
            </a:r>
            <a:r>
              <a:rPr dirty="0"/>
              <a:t> </a:t>
            </a:r>
            <a:r>
              <a:rPr spc="105" dirty="0"/>
              <a:t> </a:t>
            </a:r>
            <a:r>
              <a:rPr spc="-5" dirty="0"/>
              <a:t>A</a:t>
            </a:r>
            <a:r>
              <a:rPr spc="-105" dirty="0"/>
              <a:t> </a:t>
            </a:r>
            <a:r>
              <a:rPr spc="-5" dirty="0"/>
              <a:t>P</a:t>
            </a:r>
            <a:r>
              <a:rPr spc="-100" dirty="0"/>
              <a:t> </a:t>
            </a:r>
            <a:r>
              <a:rPr spc="-5" dirty="0"/>
              <a:t>T</a:t>
            </a:r>
            <a:r>
              <a:rPr spc="-105" dirty="0"/>
              <a:t> </a:t>
            </a:r>
            <a:r>
              <a:rPr spc="-5" dirty="0"/>
              <a:t>E</a:t>
            </a:r>
            <a:r>
              <a:rPr spc="-95" dirty="0"/>
              <a:t> </a:t>
            </a:r>
            <a:r>
              <a:rPr spc="-5" dirty="0"/>
              <a:t>C</a:t>
            </a:r>
            <a:r>
              <a:rPr spc="-100" dirty="0"/>
              <a:t> </a:t>
            </a:r>
            <a:r>
              <a:rPr spc="-5" dirty="0"/>
              <a:t>H</a:t>
            </a:r>
            <a:r>
              <a:rPr dirty="0"/>
              <a:t> </a:t>
            </a:r>
            <a:r>
              <a:rPr spc="95" dirty="0"/>
              <a:t> </a:t>
            </a:r>
            <a:r>
              <a:rPr spc="-5" dirty="0"/>
              <a:t>L</a:t>
            </a:r>
            <a:r>
              <a:rPr spc="-95" dirty="0"/>
              <a:t> </a:t>
            </a:r>
            <a:r>
              <a:rPr spc="-5" dirty="0"/>
              <a:t>I</a:t>
            </a:r>
            <a:r>
              <a:rPr spc="-100" dirty="0"/>
              <a:t> </a:t>
            </a:r>
            <a:r>
              <a:rPr spc="-5" dirty="0"/>
              <a:t>M</a:t>
            </a:r>
            <a:r>
              <a:rPr spc="-100" dirty="0"/>
              <a:t> </a:t>
            </a:r>
            <a:r>
              <a:rPr spc="-5" dirty="0"/>
              <a:t>I</a:t>
            </a:r>
            <a:r>
              <a:rPr spc="-100" dirty="0"/>
              <a:t> </a:t>
            </a:r>
            <a:r>
              <a:rPr spc="-5" dirty="0"/>
              <a:t>T</a:t>
            </a:r>
            <a:r>
              <a:rPr spc="-105" dirty="0"/>
              <a:t> </a:t>
            </a:r>
            <a:r>
              <a:rPr spc="-5" dirty="0"/>
              <a:t>E</a:t>
            </a:r>
            <a:r>
              <a:rPr spc="-95" dirty="0"/>
              <a:t> </a:t>
            </a:r>
            <a:r>
              <a:rPr spc="-5" dirty="0"/>
              <a:t>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Comic Sans MS"/>
                <a:cs typeface="Comic Sans MS"/>
              </a:defRPr>
            </a:lvl1pPr>
          </a:lstStyle>
          <a:p>
            <a:pPr marL="38100">
              <a:lnSpc>
                <a:spcPct val="100000"/>
              </a:lnSpc>
              <a:spcBef>
                <a:spcPts val="27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629398"/>
            <a:ext cx="9144000" cy="228600"/>
          </a:xfrm>
          <a:custGeom>
            <a:avLst/>
            <a:gdLst/>
            <a:ahLst/>
            <a:cxnLst/>
            <a:rect l="l" t="t" r="r" b="b"/>
            <a:pathLst>
              <a:path w="9144000" h="228600">
                <a:moveTo>
                  <a:pt x="2038223" y="0"/>
                </a:moveTo>
                <a:lnTo>
                  <a:pt x="0" y="228258"/>
                </a:lnTo>
                <a:lnTo>
                  <a:pt x="0" y="228599"/>
                </a:lnTo>
                <a:lnTo>
                  <a:pt x="9144000" y="228599"/>
                </a:lnTo>
                <a:lnTo>
                  <a:pt x="9144000" y="114"/>
                </a:lnTo>
                <a:lnTo>
                  <a:pt x="2038223" y="0"/>
                </a:lnTo>
                <a:close/>
              </a:path>
            </a:pathLst>
          </a:custGeom>
          <a:solidFill>
            <a:srgbClr val="A18E6A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2004" y="395986"/>
            <a:ext cx="733999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69644" y="1543252"/>
            <a:ext cx="7164705" cy="3075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87034" y="6633661"/>
            <a:ext cx="2134870" cy="201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Comic Sans MS"/>
                <a:cs typeface="Comic Sans MS"/>
              </a:defRPr>
            </a:lvl1pPr>
          </a:lstStyle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pc="-5" dirty="0"/>
              <a:t>V </a:t>
            </a:r>
            <a:r>
              <a:rPr spc="95" dirty="0"/>
              <a:t> </a:t>
            </a:r>
            <a:r>
              <a:rPr spc="-5" dirty="0"/>
              <a:t>1</a:t>
            </a:r>
            <a:r>
              <a:rPr spc="-100" dirty="0"/>
              <a:t> </a:t>
            </a:r>
            <a:r>
              <a:rPr spc="-5" dirty="0"/>
              <a:t>.</a:t>
            </a:r>
            <a:r>
              <a:rPr spc="-95" dirty="0"/>
              <a:t> </a:t>
            </a:r>
            <a:r>
              <a:rPr spc="-5" dirty="0"/>
              <a:t>0</a:t>
            </a:r>
            <a:r>
              <a:rPr dirty="0"/>
              <a:t> </a:t>
            </a:r>
            <a:r>
              <a:rPr spc="110" dirty="0"/>
              <a:t> </a:t>
            </a:r>
            <a:r>
              <a:rPr spc="-5" dirty="0"/>
              <a:t>©</a:t>
            </a:r>
            <a:r>
              <a:rPr dirty="0"/>
              <a:t> </a:t>
            </a:r>
            <a:r>
              <a:rPr spc="105" dirty="0"/>
              <a:t> </a:t>
            </a:r>
            <a:r>
              <a:rPr spc="-5" dirty="0"/>
              <a:t>A</a:t>
            </a:r>
            <a:r>
              <a:rPr spc="-105" dirty="0"/>
              <a:t> </a:t>
            </a:r>
            <a:r>
              <a:rPr spc="-5" dirty="0"/>
              <a:t>P</a:t>
            </a:r>
            <a:r>
              <a:rPr spc="-100" dirty="0"/>
              <a:t> </a:t>
            </a:r>
            <a:r>
              <a:rPr spc="-5" dirty="0"/>
              <a:t>T</a:t>
            </a:r>
            <a:r>
              <a:rPr spc="-105" dirty="0"/>
              <a:t> </a:t>
            </a:r>
            <a:r>
              <a:rPr spc="-5" dirty="0"/>
              <a:t>E</a:t>
            </a:r>
            <a:r>
              <a:rPr spc="-95" dirty="0"/>
              <a:t> </a:t>
            </a:r>
            <a:r>
              <a:rPr spc="-5" dirty="0"/>
              <a:t>C</a:t>
            </a:r>
            <a:r>
              <a:rPr spc="-100" dirty="0"/>
              <a:t> </a:t>
            </a:r>
            <a:r>
              <a:rPr spc="-5" dirty="0"/>
              <a:t>H</a:t>
            </a:r>
            <a:r>
              <a:rPr dirty="0"/>
              <a:t> </a:t>
            </a:r>
            <a:r>
              <a:rPr spc="95" dirty="0"/>
              <a:t> </a:t>
            </a:r>
            <a:r>
              <a:rPr spc="-5" dirty="0"/>
              <a:t>L</a:t>
            </a:r>
            <a:r>
              <a:rPr spc="-95" dirty="0"/>
              <a:t> </a:t>
            </a:r>
            <a:r>
              <a:rPr spc="-5" dirty="0"/>
              <a:t>I</a:t>
            </a:r>
            <a:r>
              <a:rPr spc="-100" dirty="0"/>
              <a:t> </a:t>
            </a:r>
            <a:r>
              <a:rPr spc="-5" dirty="0"/>
              <a:t>M</a:t>
            </a:r>
            <a:r>
              <a:rPr spc="-100" dirty="0"/>
              <a:t> </a:t>
            </a:r>
            <a:r>
              <a:rPr spc="-5" dirty="0"/>
              <a:t>I</a:t>
            </a:r>
            <a:r>
              <a:rPr spc="-100" dirty="0"/>
              <a:t> </a:t>
            </a:r>
            <a:r>
              <a:rPr spc="-5" dirty="0"/>
              <a:t>T</a:t>
            </a:r>
            <a:r>
              <a:rPr spc="-105" dirty="0"/>
              <a:t> </a:t>
            </a:r>
            <a:r>
              <a:rPr spc="-5" dirty="0"/>
              <a:t>E</a:t>
            </a:r>
            <a:r>
              <a:rPr spc="-95" dirty="0"/>
              <a:t> </a:t>
            </a:r>
            <a:r>
              <a:rPr spc="-5" dirty="0"/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44077" y="6559575"/>
            <a:ext cx="299084" cy="318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bg1"/>
                </a:solidFill>
                <a:latin typeface="Comic Sans MS"/>
                <a:cs typeface="Comic Sans MS"/>
              </a:defRPr>
            </a:lvl1pPr>
          </a:lstStyle>
          <a:p>
            <a:pPr marL="38100">
              <a:lnSpc>
                <a:spcPct val="100000"/>
              </a:lnSpc>
              <a:spcBef>
                <a:spcPts val="27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75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33800" y="271583"/>
            <a:ext cx="1524536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dirty="0"/>
              <a:t>Stages</a:t>
            </a:r>
            <a:endParaRPr spc="-5" dirty="0"/>
          </a:p>
        </p:txBody>
      </p:sp>
      <p:grpSp>
        <p:nvGrpSpPr>
          <p:cNvPr id="6" name="object 6"/>
          <p:cNvGrpSpPr/>
          <p:nvPr/>
        </p:nvGrpSpPr>
        <p:grpSpPr>
          <a:xfrm>
            <a:off x="1968182" y="4018940"/>
            <a:ext cx="5207635" cy="2540635"/>
            <a:chOff x="3721608" y="3874008"/>
            <a:chExt cx="5207635" cy="25406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0" y="4038600"/>
              <a:ext cx="5049011" cy="22860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734562" y="3886962"/>
              <a:ext cx="5181600" cy="2514600"/>
            </a:xfrm>
            <a:custGeom>
              <a:avLst/>
              <a:gdLst/>
              <a:ahLst/>
              <a:cxnLst/>
              <a:rect l="l" t="t" r="r" b="b"/>
              <a:pathLst>
                <a:path w="5181600" h="2514600">
                  <a:moveTo>
                    <a:pt x="0" y="2514600"/>
                  </a:moveTo>
                  <a:lnTo>
                    <a:pt x="5181599" y="2514600"/>
                  </a:lnTo>
                  <a:lnTo>
                    <a:pt x="5181599" y="0"/>
                  </a:lnTo>
                  <a:lnTo>
                    <a:pt x="0" y="0"/>
                  </a:lnTo>
                  <a:lnTo>
                    <a:pt x="0" y="2514600"/>
                  </a:lnTo>
                  <a:close/>
                </a:path>
              </a:pathLst>
            </a:custGeom>
            <a:ln w="25908">
              <a:solidFill>
                <a:srgbClr val="9B310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7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06E9323-6067-466D-B8E8-24870891313D}"/>
              </a:ext>
            </a:extLst>
          </p:cNvPr>
          <p:cNvGrpSpPr/>
          <p:nvPr/>
        </p:nvGrpSpPr>
        <p:grpSpPr>
          <a:xfrm>
            <a:off x="2495833" y="1214558"/>
            <a:ext cx="3806951" cy="2440305"/>
            <a:chOff x="459486" y="1143761"/>
            <a:chExt cx="3806951" cy="2440305"/>
          </a:xfrm>
        </p:grpSpPr>
        <p:grpSp>
          <p:nvGrpSpPr>
            <p:cNvPr id="3" name="object 3"/>
            <p:cNvGrpSpPr/>
            <p:nvPr/>
          </p:nvGrpSpPr>
          <p:grpSpPr>
            <a:xfrm>
              <a:off x="1307591" y="1991867"/>
              <a:ext cx="2110740" cy="742315"/>
              <a:chOff x="1307591" y="1991867"/>
              <a:chExt cx="2110740" cy="742315"/>
            </a:xfrm>
          </p:grpSpPr>
          <p:sp>
            <p:nvSpPr>
              <p:cNvPr id="4" name="object 4"/>
              <p:cNvSpPr/>
              <p:nvPr/>
            </p:nvSpPr>
            <p:spPr>
              <a:xfrm>
                <a:off x="2233422" y="2004821"/>
                <a:ext cx="1171575" cy="716915"/>
              </a:xfrm>
              <a:custGeom>
                <a:avLst/>
                <a:gdLst/>
                <a:ahLst/>
                <a:cxnLst/>
                <a:rect l="l" t="t" r="r" b="b"/>
                <a:pathLst>
                  <a:path w="1171575" h="716914">
                    <a:moveTo>
                      <a:pt x="0" y="0"/>
                    </a:moveTo>
                    <a:lnTo>
                      <a:pt x="0" y="535432"/>
                    </a:lnTo>
                    <a:lnTo>
                      <a:pt x="1171575" y="535432"/>
                    </a:lnTo>
                    <a:lnTo>
                      <a:pt x="1171575" y="716407"/>
                    </a:lnTo>
                  </a:path>
                </a:pathLst>
              </a:custGeom>
              <a:ln w="25908">
                <a:solidFill>
                  <a:srgbClr val="A8381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" name="object 5"/>
              <p:cNvSpPr/>
              <p:nvPr/>
            </p:nvSpPr>
            <p:spPr>
              <a:xfrm>
                <a:off x="1320545" y="2004821"/>
                <a:ext cx="913765" cy="716915"/>
              </a:xfrm>
              <a:custGeom>
                <a:avLst/>
                <a:gdLst/>
                <a:ahLst/>
                <a:cxnLst/>
                <a:rect l="l" t="t" r="r" b="b"/>
                <a:pathLst>
                  <a:path w="913764" h="716914">
                    <a:moveTo>
                      <a:pt x="913511" y="0"/>
                    </a:moveTo>
                    <a:lnTo>
                      <a:pt x="913511" y="535432"/>
                    </a:lnTo>
                    <a:lnTo>
                      <a:pt x="0" y="535432"/>
                    </a:lnTo>
                    <a:lnTo>
                      <a:pt x="0" y="716407"/>
                    </a:lnTo>
                  </a:path>
                </a:pathLst>
              </a:custGeom>
              <a:ln w="25907">
                <a:solidFill>
                  <a:srgbClr val="A8381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9" name="object 9"/>
            <p:cNvSpPr txBox="1"/>
            <p:nvPr/>
          </p:nvSpPr>
          <p:spPr>
            <a:xfrm>
              <a:off x="1372361" y="1143761"/>
              <a:ext cx="1724025" cy="861060"/>
            </a:xfrm>
            <a:prstGeom prst="rect">
              <a:avLst/>
            </a:prstGeom>
            <a:solidFill>
              <a:srgbClr val="D24716"/>
            </a:solidFill>
            <a:ln w="25908">
              <a:solidFill>
                <a:srgbClr val="FFFFFF"/>
              </a:solidFill>
            </a:ln>
          </p:spPr>
          <p:txBody>
            <a:bodyPr vert="horz" wrap="square" lIns="0" tIns="3810" rIns="0" bIns="0" rtlCol="0">
              <a:spAutoFit/>
            </a:bodyPr>
            <a:lstStyle/>
            <a:p>
              <a:pPr marL="316865" marR="310515" indent="175260">
                <a:lnSpc>
                  <a:spcPct val="104400"/>
                </a:lnSpc>
                <a:spcBef>
                  <a:spcPts val="30"/>
                </a:spcBef>
              </a:pPr>
              <a:r>
                <a:rPr sz="2500" spc="-5" dirty="0">
                  <a:solidFill>
                    <a:srgbClr val="FFFFFF"/>
                  </a:solidFill>
                  <a:latin typeface="Comic Sans MS"/>
                  <a:cs typeface="Comic Sans MS"/>
                </a:rPr>
                <a:t>First </a:t>
              </a:r>
              <a:r>
                <a:rPr sz="2500" dirty="0">
                  <a:solidFill>
                    <a:srgbClr val="FFFFFF"/>
                  </a:solidFill>
                  <a:latin typeface="Comic Sans MS"/>
                  <a:cs typeface="Comic Sans MS"/>
                </a:rPr>
                <a:t> </a:t>
              </a:r>
              <a:r>
                <a:rPr sz="2500" spc="-5" dirty="0">
                  <a:solidFill>
                    <a:srgbClr val="FFFFFF"/>
                  </a:solidFill>
                  <a:latin typeface="Comic Sans MS"/>
                  <a:cs typeface="Comic Sans MS"/>
                </a:rPr>
                <a:t>C</a:t>
              </a:r>
              <a:r>
                <a:rPr sz="2500" spc="-20" dirty="0">
                  <a:solidFill>
                    <a:srgbClr val="FFFFFF"/>
                  </a:solidFill>
                  <a:latin typeface="Comic Sans MS"/>
                  <a:cs typeface="Comic Sans MS"/>
                </a:rPr>
                <a:t>o</a:t>
              </a:r>
              <a:r>
                <a:rPr sz="2500" spc="-5" dirty="0">
                  <a:solidFill>
                    <a:srgbClr val="FFFFFF"/>
                  </a:solidFill>
                  <a:latin typeface="Comic Sans MS"/>
                  <a:cs typeface="Comic Sans MS"/>
                </a:rPr>
                <a:t>mmit</a:t>
              </a:r>
              <a:endParaRPr sz="2500" dirty="0">
                <a:latin typeface="Comic Sans MS"/>
                <a:cs typeface="Comic Sans MS"/>
              </a:endParaRPr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459486" y="2721101"/>
              <a:ext cx="1722120" cy="862965"/>
            </a:xfrm>
            <a:prstGeom prst="rect">
              <a:avLst/>
            </a:prstGeom>
            <a:solidFill>
              <a:srgbClr val="D24716"/>
            </a:solidFill>
            <a:ln w="25908">
              <a:solidFill>
                <a:srgbClr val="FFFFFF"/>
              </a:solidFill>
            </a:ln>
          </p:spPr>
          <p:txBody>
            <a:bodyPr vert="horz" wrap="square" lIns="0" tIns="4445" rIns="0" bIns="0" rtlCol="0">
              <a:spAutoFit/>
            </a:bodyPr>
            <a:lstStyle/>
            <a:p>
              <a:pPr marL="513080" marR="294640" indent="-213360">
                <a:lnSpc>
                  <a:spcPct val="104500"/>
                </a:lnSpc>
                <a:spcBef>
                  <a:spcPts val="35"/>
                </a:spcBef>
              </a:pPr>
              <a:r>
                <a:rPr sz="2500" spc="-10" dirty="0">
                  <a:solidFill>
                    <a:srgbClr val="FFFFFF"/>
                  </a:solidFill>
                  <a:latin typeface="Comic Sans MS"/>
                  <a:cs typeface="Comic Sans MS"/>
                </a:rPr>
                <a:t>Sta</a:t>
              </a:r>
              <a:r>
                <a:rPr sz="2500" spc="-20" dirty="0">
                  <a:solidFill>
                    <a:srgbClr val="FFFFFF"/>
                  </a:solidFill>
                  <a:latin typeface="Comic Sans MS"/>
                  <a:cs typeface="Comic Sans MS"/>
                </a:rPr>
                <a:t>g</a:t>
              </a:r>
              <a:r>
                <a:rPr sz="2500" spc="-10" dirty="0">
                  <a:solidFill>
                    <a:srgbClr val="FFFFFF"/>
                  </a:solidFill>
                  <a:latin typeface="Comic Sans MS"/>
                  <a:cs typeface="Comic Sans MS"/>
                </a:rPr>
                <a:t>ing  </a:t>
              </a:r>
              <a:r>
                <a:rPr sz="2500" spc="-5" dirty="0">
                  <a:solidFill>
                    <a:srgbClr val="FFFFFF"/>
                  </a:solidFill>
                  <a:latin typeface="Comic Sans MS"/>
                  <a:cs typeface="Comic Sans MS"/>
                </a:rPr>
                <a:t>Files</a:t>
              </a:r>
              <a:endParaRPr sz="2500" dirty="0">
                <a:latin typeface="Comic Sans MS"/>
                <a:cs typeface="Comic Sans MS"/>
              </a:endParaRPr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2544317" y="2721101"/>
              <a:ext cx="1722120" cy="862965"/>
            </a:xfrm>
            <a:prstGeom prst="rect">
              <a:avLst/>
            </a:prstGeom>
            <a:solidFill>
              <a:srgbClr val="D24716"/>
            </a:solidFill>
            <a:ln w="25907">
              <a:solidFill>
                <a:srgbClr val="FFFFFF"/>
              </a:solidFill>
            </a:ln>
          </p:spPr>
          <p:txBody>
            <a:bodyPr vert="horz" wrap="square" lIns="0" tIns="4445" rIns="0" bIns="0" rtlCol="0">
              <a:spAutoFit/>
            </a:bodyPr>
            <a:lstStyle/>
            <a:p>
              <a:pPr marL="513080" marR="22225" indent="-483870">
                <a:lnSpc>
                  <a:spcPct val="104500"/>
                </a:lnSpc>
                <a:spcBef>
                  <a:spcPts val="35"/>
                </a:spcBef>
              </a:pPr>
              <a:r>
                <a:rPr sz="2500" spc="-5" dirty="0">
                  <a:solidFill>
                    <a:srgbClr val="FFFFFF"/>
                  </a:solidFill>
                  <a:latin typeface="Comic Sans MS"/>
                  <a:cs typeface="Comic Sans MS"/>
                </a:rPr>
                <a:t>Com</a:t>
              </a:r>
              <a:r>
                <a:rPr sz="2500" dirty="0">
                  <a:solidFill>
                    <a:srgbClr val="FFFFFF"/>
                  </a:solidFill>
                  <a:latin typeface="Comic Sans MS"/>
                  <a:cs typeface="Comic Sans MS"/>
                </a:rPr>
                <a:t>m</a:t>
              </a:r>
              <a:r>
                <a:rPr sz="2500" spc="-10" dirty="0">
                  <a:solidFill>
                    <a:srgbClr val="FFFFFF"/>
                  </a:solidFill>
                  <a:latin typeface="Comic Sans MS"/>
                  <a:cs typeface="Comic Sans MS"/>
                </a:rPr>
                <a:t>itting  </a:t>
              </a:r>
              <a:r>
                <a:rPr sz="2500" spc="-5" dirty="0">
                  <a:solidFill>
                    <a:srgbClr val="FFFFFF"/>
                  </a:solidFill>
                  <a:latin typeface="Comic Sans MS"/>
                  <a:cs typeface="Comic Sans MS"/>
                </a:rPr>
                <a:t>Files</a:t>
              </a:r>
              <a:endParaRPr sz="2500">
                <a:latin typeface="Comic Sans MS"/>
                <a:cs typeface="Comic Sans MS"/>
              </a:endParaRPr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4DEFB15-73B7-4BD3-B304-06CEC26BDD9E}"/>
              </a:ext>
            </a:extLst>
          </p:cNvPr>
          <p:cNvCxnSpPr>
            <a:cxnSpLocks/>
          </p:cNvCxnSpPr>
          <p:nvPr/>
        </p:nvCxnSpPr>
        <p:spPr>
          <a:xfrm flipH="1">
            <a:off x="2057400" y="3189513"/>
            <a:ext cx="4384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1F4015A-876C-4E01-B154-727DBC331B95}"/>
              </a:ext>
            </a:extLst>
          </p:cNvPr>
          <p:cNvCxnSpPr>
            <a:cxnSpLocks/>
          </p:cNvCxnSpPr>
          <p:nvPr/>
        </p:nvCxnSpPr>
        <p:spPr>
          <a:xfrm>
            <a:off x="6301203" y="3212091"/>
            <a:ext cx="4805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608ECFB-1BC9-4472-91B7-46E5E8DC7316}"/>
              </a:ext>
            </a:extLst>
          </p:cNvPr>
          <p:cNvSpPr txBox="1"/>
          <p:nvPr/>
        </p:nvSpPr>
        <p:spPr>
          <a:xfrm>
            <a:off x="762000" y="29718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add --a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FDC3F1-7801-4662-943A-DDE567B2E1E2}"/>
              </a:ext>
            </a:extLst>
          </p:cNvPr>
          <p:cNvSpPr txBox="1"/>
          <p:nvPr/>
        </p:nvSpPr>
        <p:spPr>
          <a:xfrm>
            <a:off x="6781802" y="2971800"/>
            <a:ext cx="1720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Git commit –m “message”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395986"/>
            <a:ext cx="52711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GETTING</a:t>
            </a:r>
            <a:r>
              <a:rPr dirty="0"/>
              <a:t> </a:t>
            </a:r>
            <a:r>
              <a:rPr spc="-5" dirty="0"/>
              <a:t>A</a:t>
            </a:r>
            <a:r>
              <a:rPr spc="-20" dirty="0"/>
              <a:t> </a:t>
            </a:r>
            <a:r>
              <a:rPr spc="-5" dirty="0"/>
              <a:t>GIT</a:t>
            </a:r>
            <a:r>
              <a:rPr spc="-10" dirty="0"/>
              <a:t> REPOSITORY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7344" y="1386776"/>
            <a:ext cx="8408035" cy="2642870"/>
            <a:chOff x="597344" y="1386776"/>
            <a:chExt cx="8408035" cy="2642870"/>
          </a:xfrm>
        </p:grpSpPr>
        <p:sp>
          <p:nvSpPr>
            <p:cNvPr id="4" name="object 4"/>
            <p:cNvSpPr/>
            <p:nvPr/>
          </p:nvSpPr>
          <p:spPr>
            <a:xfrm>
              <a:off x="610361" y="1399793"/>
              <a:ext cx="1915795" cy="2616835"/>
            </a:xfrm>
            <a:custGeom>
              <a:avLst/>
              <a:gdLst/>
              <a:ahLst/>
              <a:cxnLst/>
              <a:rect l="l" t="t" r="r" b="b"/>
              <a:pathLst>
                <a:path w="1915795" h="2616835">
                  <a:moveTo>
                    <a:pt x="1915668" y="0"/>
                  </a:moveTo>
                  <a:lnTo>
                    <a:pt x="957834" y="915797"/>
                  </a:lnTo>
                  <a:lnTo>
                    <a:pt x="0" y="0"/>
                  </a:lnTo>
                  <a:lnTo>
                    <a:pt x="0" y="1700911"/>
                  </a:lnTo>
                  <a:lnTo>
                    <a:pt x="957834" y="2616708"/>
                  </a:lnTo>
                  <a:lnTo>
                    <a:pt x="1915668" y="1700911"/>
                  </a:lnTo>
                  <a:lnTo>
                    <a:pt x="1915668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0361" y="1399793"/>
              <a:ext cx="1915795" cy="2616835"/>
            </a:xfrm>
            <a:custGeom>
              <a:avLst/>
              <a:gdLst/>
              <a:ahLst/>
              <a:cxnLst/>
              <a:rect l="l" t="t" r="r" b="b"/>
              <a:pathLst>
                <a:path w="1915795" h="2616835">
                  <a:moveTo>
                    <a:pt x="1915668" y="0"/>
                  </a:moveTo>
                  <a:lnTo>
                    <a:pt x="1915668" y="1700911"/>
                  </a:lnTo>
                  <a:lnTo>
                    <a:pt x="957834" y="2616708"/>
                  </a:lnTo>
                  <a:lnTo>
                    <a:pt x="0" y="1700911"/>
                  </a:lnTo>
                  <a:lnTo>
                    <a:pt x="0" y="0"/>
                  </a:lnTo>
                  <a:lnTo>
                    <a:pt x="957834" y="915797"/>
                  </a:lnTo>
                  <a:lnTo>
                    <a:pt x="1915668" y="0"/>
                  </a:lnTo>
                  <a:close/>
                </a:path>
              </a:pathLst>
            </a:custGeom>
            <a:ln w="25908">
              <a:solidFill>
                <a:srgbClr val="D247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26030" y="1399793"/>
              <a:ext cx="6466840" cy="1702435"/>
            </a:xfrm>
            <a:custGeom>
              <a:avLst/>
              <a:gdLst/>
              <a:ahLst/>
              <a:cxnLst/>
              <a:rect l="l" t="t" r="r" b="b"/>
              <a:pathLst>
                <a:path w="6466840" h="1702435">
                  <a:moveTo>
                    <a:pt x="6169787" y="0"/>
                  </a:moveTo>
                  <a:lnTo>
                    <a:pt x="0" y="0"/>
                  </a:lnTo>
                  <a:lnTo>
                    <a:pt x="0" y="1702307"/>
                  </a:lnTo>
                  <a:lnTo>
                    <a:pt x="6169787" y="1702307"/>
                  </a:lnTo>
                  <a:lnTo>
                    <a:pt x="6217870" y="1698595"/>
                  </a:lnTo>
                  <a:lnTo>
                    <a:pt x="6263489" y="1687846"/>
                  </a:lnTo>
                  <a:lnTo>
                    <a:pt x="6306033" y="1670644"/>
                  </a:lnTo>
                  <a:lnTo>
                    <a:pt x="6344890" y="1647574"/>
                  </a:lnTo>
                  <a:lnTo>
                    <a:pt x="6379448" y="1619218"/>
                  </a:lnTo>
                  <a:lnTo>
                    <a:pt x="6409094" y="1586160"/>
                  </a:lnTo>
                  <a:lnTo>
                    <a:pt x="6433218" y="1548985"/>
                  </a:lnTo>
                  <a:lnTo>
                    <a:pt x="6451206" y="1508276"/>
                  </a:lnTo>
                  <a:lnTo>
                    <a:pt x="6462448" y="1464616"/>
                  </a:lnTo>
                  <a:lnTo>
                    <a:pt x="6466332" y="1418589"/>
                  </a:lnTo>
                  <a:lnTo>
                    <a:pt x="6466332" y="283717"/>
                  </a:lnTo>
                  <a:lnTo>
                    <a:pt x="6462448" y="237691"/>
                  </a:lnTo>
                  <a:lnTo>
                    <a:pt x="6451206" y="194031"/>
                  </a:lnTo>
                  <a:lnTo>
                    <a:pt x="6433218" y="153322"/>
                  </a:lnTo>
                  <a:lnTo>
                    <a:pt x="6409094" y="116147"/>
                  </a:lnTo>
                  <a:lnTo>
                    <a:pt x="6379448" y="83089"/>
                  </a:lnTo>
                  <a:lnTo>
                    <a:pt x="6344890" y="54733"/>
                  </a:lnTo>
                  <a:lnTo>
                    <a:pt x="6306033" y="31663"/>
                  </a:lnTo>
                  <a:lnTo>
                    <a:pt x="6263489" y="14461"/>
                  </a:lnTo>
                  <a:lnTo>
                    <a:pt x="6217870" y="3712"/>
                  </a:lnTo>
                  <a:lnTo>
                    <a:pt x="6169787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26030" y="1399793"/>
              <a:ext cx="6466840" cy="1702435"/>
            </a:xfrm>
            <a:custGeom>
              <a:avLst/>
              <a:gdLst/>
              <a:ahLst/>
              <a:cxnLst/>
              <a:rect l="l" t="t" r="r" b="b"/>
              <a:pathLst>
                <a:path w="6466840" h="1702435">
                  <a:moveTo>
                    <a:pt x="6466332" y="283717"/>
                  </a:moveTo>
                  <a:lnTo>
                    <a:pt x="6466332" y="1418589"/>
                  </a:lnTo>
                  <a:lnTo>
                    <a:pt x="6462448" y="1464616"/>
                  </a:lnTo>
                  <a:lnTo>
                    <a:pt x="6451206" y="1508276"/>
                  </a:lnTo>
                  <a:lnTo>
                    <a:pt x="6433218" y="1548985"/>
                  </a:lnTo>
                  <a:lnTo>
                    <a:pt x="6409094" y="1586160"/>
                  </a:lnTo>
                  <a:lnTo>
                    <a:pt x="6379448" y="1619218"/>
                  </a:lnTo>
                  <a:lnTo>
                    <a:pt x="6344890" y="1647574"/>
                  </a:lnTo>
                  <a:lnTo>
                    <a:pt x="6306033" y="1670644"/>
                  </a:lnTo>
                  <a:lnTo>
                    <a:pt x="6263489" y="1687846"/>
                  </a:lnTo>
                  <a:lnTo>
                    <a:pt x="6217870" y="1698595"/>
                  </a:lnTo>
                  <a:lnTo>
                    <a:pt x="6169787" y="1702307"/>
                  </a:lnTo>
                  <a:lnTo>
                    <a:pt x="0" y="1702307"/>
                  </a:lnTo>
                  <a:lnTo>
                    <a:pt x="0" y="0"/>
                  </a:lnTo>
                  <a:lnTo>
                    <a:pt x="6169787" y="0"/>
                  </a:lnTo>
                  <a:lnTo>
                    <a:pt x="6217870" y="3712"/>
                  </a:lnTo>
                  <a:lnTo>
                    <a:pt x="6263489" y="14461"/>
                  </a:lnTo>
                  <a:lnTo>
                    <a:pt x="6306033" y="31663"/>
                  </a:lnTo>
                  <a:lnTo>
                    <a:pt x="6344890" y="54733"/>
                  </a:lnTo>
                  <a:lnTo>
                    <a:pt x="6379448" y="83089"/>
                  </a:lnTo>
                  <a:lnTo>
                    <a:pt x="6409094" y="116147"/>
                  </a:lnTo>
                  <a:lnTo>
                    <a:pt x="6433218" y="153322"/>
                  </a:lnTo>
                  <a:lnTo>
                    <a:pt x="6451206" y="194031"/>
                  </a:lnTo>
                  <a:lnTo>
                    <a:pt x="6462448" y="237691"/>
                  </a:lnTo>
                  <a:lnTo>
                    <a:pt x="6466332" y="283717"/>
                  </a:lnTo>
                  <a:close/>
                </a:path>
              </a:pathLst>
            </a:custGeom>
            <a:ln w="25907">
              <a:solidFill>
                <a:srgbClr val="D247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3437" y="2040127"/>
            <a:ext cx="6167120" cy="9950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41220" indent="-229235">
              <a:lnSpc>
                <a:spcPts val="2405"/>
              </a:lnSpc>
              <a:spcBef>
                <a:spcPts val="95"/>
              </a:spcBef>
              <a:buChar char="•"/>
              <a:tabLst>
                <a:tab pos="2141855" algn="l"/>
              </a:tabLst>
            </a:pPr>
            <a:r>
              <a:rPr sz="2200" spc="-10" dirty="0">
                <a:latin typeface="Comic Sans MS"/>
                <a:cs typeface="Comic Sans MS"/>
              </a:rPr>
              <a:t>Home</a:t>
            </a:r>
            <a:r>
              <a:rPr sz="2200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for</a:t>
            </a:r>
            <a:r>
              <a:rPr sz="2200" spc="20" dirty="0">
                <a:latin typeface="Comic Sans MS"/>
                <a:cs typeface="Comic Sans MS"/>
              </a:rPr>
              <a:t> </a:t>
            </a:r>
            <a:r>
              <a:rPr sz="2200" spc="-5" dirty="0">
                <a:latin typeface="Comic Sans MS"/>
                <a:cs typeface="Comic Sans MS"/>
              </a:rPr>
              <a:t>all</a:t>
            </a:r>
            <a:r>
              <a:rPr sz="2200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files</a:t>
            </a:r>
            <a:r>
              <a:rPr sz="2200" spc="-5" dirty="0">
                <a:latin typeface="Comic Sans MS"/>
                <a:cs typeface="Comic Sans MS"/>
              </a:rPr>
              <a:t> and projects</a:t>
            </a:r>
            <a:endParaRPr sz="2200">
              <a:latin typeface="Comic Sans MS"/>
              <a:cs typeface="Comic Sans MS"/>
            </a:endParaRPr>
          </a:p>
          <a:p>
            <a:pPr marL="12700" marR="4605655" indent="172085">
              <a:lnSpc>
                <a:spcPts val="2590"/>
              </a:lnSpc>
              <a:spcBef>
                <a:spcPts val="90"/>
              </a:spcBef>
            </a:pPr>
            <a:r>
              <a:rPr sz="2400" b="1" dirty="0">
                <a:latin typeface="Comic Sans MS"/>
                <a:cs typeface="Comic Sans MS"/>
              </a:rPr>
              <a:t>Defining </a:t>
            </a:r>
            <a:r>
              <a:rPr sz="2400" b="1" spc="5" dirty="0">
                <a:latin typeface="Comic Sans MS"/>
                <a:cs typeface="Comic Sans MS"/>
              </a:rPr>
              <a:t> </a:t>
            </a:r>
            <a:r>
              <a:rPr sz="2400" b="1" spc="-5" dirty="0">
                <a:latin typeface="Comic Sans MS"/>
                <a:cs typeface="Comic Sans MS"/>
              </a:rPr>
              <a:t>Reposi</a:t>
            </a:r>
            <a:r>
              <a:rPr sz="2400" b="1" spc="-10" dirty="0">
                <a:latin typeface="Comic Sans MS"/>
                <a:cs typeface="Comic Sans MS"/>
              </a:rPr>
              <a:t>t</a:t>
            </a:r>
            <a:r>
              <a:rPr sz="2400" b="1" dirty="0">
                <a:latin typeface="Comic Sans MS"/>
                <a:cs typeface="Comic Sans MS"/>
              </a:rPr>
              <a:t>ory</a:t>
            </a:r>
            <a:endParaRPr sz="2400">
              <a:latin typeface="Comic Sans MS"/>
              <a:cs typeface="Comic Sans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97344" y="3695636"/>
            <a:ext cx="1941830" cy="2642870"/>
            <a:chOff x="597344" y="3695636"/>
            <a:chExt cx="1941830" cy="2642870"/>
          </a:xfrm>
        </p:grpSpPr>
        <p:sp>
          <p:nvSpPr>
            <p:cNvPr id="10" name="object 10"/>
            <p:cNvSpPr/>
            <p:nvPr/>
          </p:nvSpPr>
          <p:spPr>
            <a:xfrm>
              <a:off x="610361" y="3708653"/>
              <a:ext cx="1915795" cy="2616835"/>
            </a:xfrm>
            <a:custGeom>
              <a:avLst/>
              <a:gdLst/>
              <a:ahLst/>
              <a:cxnLst/>
              <a:rect l="l" t="t" r="r" b="b"/>
              <a:pathLst>
                <a:path w="1915795" h="2616835">
                  <a:moveTo>
                    <a:pt x="1915668" y="0"/>
                  </a:moveTo>
                  <a:lnTo>
                    <a:pt x="957834" y="915797"/>
                  </a:lnTo>
                  <a:lnTo>
                    <a:pt x="0" y="0"/>
                  </a:lnTo>
                  <a:lnTo>
                    <a:pt x="0" y="1700911"/>
                  </a:lnTo>
                  <a:lnTo>
                    <a:pt x="957834" y="2616708"/>
                  </a:lnTo>
                  <a:lnTo>
                    <a:pt x="1915668" y="1700911"/>
                  </a:lnTo>
                  <a:lnTo>
                    <a:pt x="1915668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0361" y="3708653"/>
              <a:ext cx="1915795" cy="2616835"/>
            </a:xfrm>
            <a:custGeom>
              <a:avLst/>
              <a:gdLst/>
              <a:ahLst/>
              <a:cxnLst/>
              <a:rect l="l" t="t" r="r" b="b"/>
              <a:pathLst>
                <a:path w="1915795" h="2616835">
                  <a:moveTo>
                    <a:pt x="1915668" y="0"/>
                  </a:moveTo>
                  <a:lnTo>
                    <a:pt x="1915668" y="1700911"/>
                  </a:lnTo>
                  <a:lnTo>
                    <a:pt x="957834" y="2616708"/>
                  </a:lnTo>
                  <a:lnTo>
                    <a:pt x="0" y="1700911"/>
                  </a:lnTo>
                  <a:lnTo>
                    <a:pt x="0" y="0"/>
                  </a:lnTo>
                  <a:lnTo>
                    <a:pt x="957834" y="915797"/>
                  </a:lnTo>
                  <a:lnTo>
                    <a:pt x="1915668" y="0"/>
                  </a:lnTo>
                  <a:close/>
                </a:path>
              </a:pathLst>
            </a:custGeom>
            <a:ln w="25908">
              <a:solidFill>
                <a:srgbClr val="D247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66089" y="4458970"/>
            <a:ext cx="1802130" cy="105029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indent="118745" algn="just">
              <a:lnSpc>
                <a:spcPct val="90100"/>
              </a:lnSpc>
              <a:spcBef>
                <a:spcPts val="385"/>
              </a:spcBef>
            </a:pPr>
            <a:r>
              <a:rPr sz="2400" b="1" dirty="0">
                <a:latin typeface="Comic Sans MS"/>
                <a:cs typeface="Comic Sans MS"/>
              </a:rPr>
              <a:t>Process of </a:t>
            </a:r>
            <a:r>
              <a:rPr sz="2400" b="1" spc="-1030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Creation of </a:t>
            </a:r>
            <a:r>
              <a:rPr sz="2400" b="1" spc="-1030" dirty="0">
                <a:latin typeface="Comic Sans MS"/>
                <a:cs typeface="Comic Sans MS"/>
              </a:rPr>
              <a:t> </a:t>
            </a:r>
            <a:r>
              <a:rPr sz="2400" b="1" spc="-5" dirty="0">
                <a:latin typeface="Comic Sans MS"/>
                <a:cs typeface="Comic Sans MS"/>
              </a:rPr>
              <a:t>Reposi</a:t>
            </a:r>
            <a:r>
              <a:rPr sz="2400" b="1" spc="-10" dirty="0">
                <a:latin typeface="Comic Sans MS"/>
                <a:cs typeface="Comic Sans MS"/>
              </a:rPr>
              <a:t>t</a:t>
            </a:r>
            <a:r>
              <a:rPr sz="2400" b="1" dirty="0">
                <a:latin typeface="Comic Sans MS"/>
                <a:cs typeface="Comic Sans MS"/>
              </a:rPr>
              <a:t>ories</a:t>
            </a:r>
            <a:endParaRPr sz="2400">
              <a:latin typeface="Comic Sans MS"/>
              <a:cs typeface="Comic Sans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513076" y="3695700"/>
            <a:ext cx="6492240" cy="1727200"/>
            <a:chOff x="2513076" y="3695700"/>
            <a:chExt cx="6492240" cy="1727200"/>
          </a:xfrm>
        </p:grpSpPr>
        <p:sp>
          <p:nvSpPr>
            <p:cNvPr id="14" name="object 14"/>
            <p:cNvSpPr/>
            <p:nvPr/>
          </p:nvSpPr>
          <p:spPr>
            <a:xfrm>
              <a:off x="2526030" y="3708653"/>
              <a:ext cx="6466840" cy="1701164"/>
            </a:xfrm>
            <a:custGeom>
              <a:avLst/>
              <a:gdLst/>
              <a:ahLst/>
              <a:cxnLst/>
              <a:rect l="l" t="t" r="r" b="b"/>
              <a:pathLst>
                <a:path w="6466840" h="1701164">
                  <a:moveTo>
                    <a:pt x="6169914" y="0"/>
                  </a:moveTo>
                  <a:lnTo>
                    <a:pt x="0" y="0"/>
                  </a:lnTo>
                  <a:lnTo>
                    <a:pt x="0" y="1700784"/>
                  </a:lnTo>
                  <a:lnTo>
                    <a:pt x="6169914" y="1700784"/>
                  </a:lnTo>
                  <a:lnTo>
                    <a:pt x="6217993" y="1697074"/>
                  </a:lnTo>
                  <a:lnTo>
                    <a:pt x="6263603" y="1686336"/>
                  </a:lnTo>
                  <a:lnTo>
                    <a:pt x="6306133" y="1669151"/>
                  </a:lnTo>
                  <a:lnTo>
                    <a:pt x="6344972" y="1646102"/>
                  </a:lnTo>
                  <a:lnTo>
                    <a:pt x="6379511" y="1617773"/>
                  </a:lnTo>
                  <a:lnTo>
                    <a:pt x="6409139" y="1584746"/>
                  </a:lnTo>
                  <a:lnTo>
                    <a:pt x="6433245" y="1547604"/>
                  </a:lnTo>
                  <a:lnTo>
                    <a:pt x="6451220" y="1506931"/>
                  </a:lnTo>
                  <a:lnTo>
                    <a:pt x="6462452" y="1463308"/>
                  </a:lnTo>
                  <a:lnTo>
                    <a:pt x="6466332" y="1417320"/>
                  </a:lnTo>
                  <a:lnTo>
                    <a:pt x="6466332" y="283464"/>
                  </a:lnTo>
                  <a:lnTo>
                    <a:pt x="6462452" y="237475"/>
                  </a:lnTo>
                  <a:lnTo>
                    <a:pt x="6451220" y="193852"/>
                  </a:lnTo>
                  <a:lnTo>
                    <a:pt x="6433245" y="153179"/>
                  </a:lnTo>
                  <a:lnTo>
                    <a:pt x="6409139" y="116037"/>
                  </a:lnTo>
                  <a:lnTo>
                    <a:pt x="6379511" y="83010"/>
                  </a:lnTo>
                  <a:lnTo>
                    <a:pt x="6344972" y="54681"/>
                  </a:lnTo>
                  <a:lnTo>
                    <a:pt x="6306133" y="31632"/>
                  </a:lnTo>
                  <a:lnTo>
                    <a:pt x="6263603" y="14447"/>
                  </a:lnTo>
                  <a:lnTo>
                    <a:pt x="6217993" y="3709"/>
                  </a:lnTo>
                  <a:lnTo>
                    <a:pt x="616991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26030" y="3708653"/>
              <a:ext cx="6466840" cy="1701164"/>
            </a:xfrm>
            <a:custGeom>
              <a:avLst/>
              <a:gdLst/>
              <a:ahLst/>
              <a:cxnLst/>
              <a:rect l="l" t="t" r="r" b="b"/>
              <a:pathLst>
                <a:path w="6466840" h="1701164">
                  <a:moveTo>
                    <a:pt x="6466332" y="283464"/>
                  </a:moveTo>
                  <a:lnTo>
                    <a:pt x="6466332" y="1417320"/>
                  </a:lnTo>
                  <a:lnTo>
                    <a:pt x="6462452" y="1463308"/>
                  </a:lnTo>
                  <a:lnTo>
                    <a:pt x="6451220" y="1506931"/>
                  </a:lnTo>
                  <a:lnTo>
                    <a:pt x="6433245" y="1547604"/>
                  </a:lnTo>
                  <a:lnTo>
                    <a:pt x="6409139" y="1584746"/>
                  </a:lnTo>
                  <a:lnTo>
                    <a:pt x="6379511" y="1617773"/>
                  </a:lnTo>
                  <a:lnTo>
                    <a:pt x="6344972" y="1646102"/>
                  </a:lnTo>
                  <a:lnTo>
                    <a:pt x="6306133" y="1669151"/>
                  </a:lnTo>
                  <a:lnTo>
                    <a:pt x="6263603" y="1686336"/>
                  </a:lnTo>
                  <a:lnTo>
                    <a:pt x="6217993" y="1697074"/>
                  </a:lnTo>
                  <a:lnTo>
                    <a:pt x="6169914" y="1700784"/>
                  </a:lnTo>
                  <a:lnTo>
                    <a:pt x="0" y="1700784"/>
                  </a:lnTo>
                  <a:lnTo>
                    <a:pt x="0" y="0"/>
                  </a:lnTo>
                  <a:lnTo>
                    <a:pt x="6169914" y="0"/>
                  </a:lnTo>
                  <a:lnTo>
                    <a:pt x="6217993" y="3709"/>
                  </a:lnTo>
                  <a:lnTo>
                    <a:pt x="6263603" y="14447"/>
                  </a:lnTo>
                  <a:lnTo>
                    <a:pt x="6306133" y="31632"/>
                  </a:lnTo>
                  <a:lnTo>
                    <a:pt x="6344972" y="54681"/>
                  </a:lnTo>
                  <a:lnTo>
                    <a:pt x="6379511" y="83010"/>
                  </a:lnTo>
                  <a:lnTo>
                    <a:pt x="6409139" y="116037"/>
                  </a:lnTo>
                  <a:lnTo>
                    <a:pt x="6433245" y="153179"/>
                  </a:lnTo>
                  <a:lnTo>
                    <a:pt x="6451220" y="193852"/>
                  </a:lnTo>
                  <a:lnTo>
                    <a:pt x="6462452" y="237475"/>
                  </a:lnTo>
                  <a:lnTo>
                    <a:pt x="6466332" y="283464"/>
                  </a:lnTo>
                  <a:close/>
                </a:path>
              </a:pathLst>
            </a:custGeom>
            <a:ln w="25908">
              <a:solidFill>
                <a:srgbClr val="D247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711957" y="4155407"/>
            <a:ext cx="4215130" cy="72961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229"/>
              </a:spcBef>
              <a:buChar char="•"/>
              <a:tabLst>
                <a:tab pos="299085" algn="l"/>
                <a:tab pos="299720" algn="l"/>
              </a:tabLst>
            </a:pPr>
            <a:r>
              <a:rPr sz="2200" spc="-5" dirty="0">
                <a:latin typeface="Comic Sans MS"/>
                <a:cs typeface="Comic Sans MS"/>
              </a:rPr>
              <a:t>Creating a</a:t>
            </a:r>
            <a:r>
              <a:rPr sz="2200" spc="-15" dirty="0">
                <a:latin typeface="Comic Sans MS"/>
                <a:cs typeface="Comic Sans MS"/>
              </a:rPr>
              <a:t> </a:t>
            </a:r>
            <a:r>
              <a:rPr sz="2200" spc="-5" dirty="0">
                <a:latin typeface="Comic Sans MS"/>
                <a:cs typeface="Comic Sans MS"/>
              </a:rPr>
              <a:t>New</a:t>
            </a:r>
            <a:r>
              <a:rPr sz="2200" spc="-20" dirty="0">
                <a:latin typeface="Comic Sans MS"/>
                <a:cs typeface="Comic Sans MS"/>
              </a:rPr>
              <a:t> </a:t>
            </a:r>
            <a:r>
              <a:rPr sz="2200" spc="-10" dirty="0">
                <a:latin typeface="Comic Sans MS"/>
                <a:cs typeface="Comic Sans MS"/>
              </a:rPr>
              <a:t>Repository</a:t>
            </a:r>
            <a:endParaRPr sz="2200" dirty="0">
              <a:latin typeface="Comic Sans MS"/>
              <a:cs typeface="Comic Sans MS"/>
            </a:endParaRPr>
          </a:p>
          <a:p>
            <a:pPr marL="299085" indent="-287020">
              <a:lnSpc>
                <a:spcPct val="100000"/>
              </a:lnSpc>
              <a:spcBef>
                <a:spcPts val="130"/>
              </a:spcBef>
              <a:buChar char="•"/>
              <a:tabLst>
                <a:tab pos="299085" algn="l"/>
                <a:tab pos="299720" algn="l"/>
              </a:tabLst>
            </a:pPr>
            <a:r>
              <a:rPr sz="2200" spc="-5" dirty="0">
                <a:latin typeface="Comic Sans MS"/>
                <a:cs typeface="Comic Sans MS"/>
              </a:rPr>
              <a:t>Cloning an </a:t>
            </a:r>
            <a:r>
              <a:rPr sz="2200" spc="-10" dirty="0">
                <a:latin typeface="Comic Sans MS"/>
                <a:cs typeface="Comic Sans MS"/>
              </a:rPr>
              <a:t>Existing</a:t>
            </a:r>
            <a:r>
              <a:rPr sz="2200" spc="5" dirty="0">
                <a:latin typeface="Comic Sans MS"/>
                <a:cs typeface="Comic Sans MS"/>
              </a:rPr>
              <a:t> </a:t>
            </a:r>
            <a:r>
              <a:rPr sz="2200" spc="-5" dirty="0">
                <a:latin typeface="Comic Sans MS"/>
                <a:cs typeface="Comic Sans MS"/>
              </a:rPr>
              <a:t>Repository</a:t>
            </a:r>
            <a:endParaRPr sz="2200" dirty="0">
              <a:latin typeface="Comic Sans MS"/>
              <a:cs typeface="Comic Sans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7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395986"/>
            <a:ext cx="70516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513195" algn="l"/>
              </a:tabLst>
            </a:pPr>
            <a:r>
              <a:rPr spc="-10" dirty="0"/>
              <a:t>S</a:t>
            </a:r>
            <a:r>
              <a:rPr dirty="0"/>
              <a:t>E</a:t>
            </a:r>
            <a:r>
              <a:rPr spc="-5" dirty="0"/>
              <a:t>T</a:t>
            </a:r>
            <a:r>
              <a:rPr spc="-20" dirty="0"/>
              <a:t>T</a:t>
            </a:r>
            <a:r>
              <a:rPr spc="-10" dirty="0"/>
              <a:t>IN</a:t>
            </a:r>
            <a:r>
              <a:rPr spc="-5" dirty="0"/>
              <a:t>G</a:t>
            </a:r>
            <a:r>
              <a:rPr spc="5" dirty="0"/>
              <a:t> </a:t>
            </a:r>
            <a:r>
              <a:rPr spc="-5" dirty="0"/>
              <a:t>UP</a:t>
            </a:r>
            <a:r>
              <a:rPr dirty="0"/>
              <a:t> </a:t>
            </a:r>
            <a:r>
              <a:rPr spc="-5" dirty="0"/>
              <a:t>THE</a:t>
            </a:r>
            <a:r>
              <a:rPr dirty="0"/>
              <a:t> </a:t>
            </a:r>
            <a:r>
              <a:rPr spc="-5" dirty="0"/>
              <a:t>PROJECT</a:t>
            </a:r>
            <a:r>
              <a:rPr spc="35" dirty="0"/>
              <a:t> </a:t>
            </a:r>
            <a:r>
              <a:rPr spc="-5" dirty="0"/>
              <a:t>FO</a:t>
            </a:r>
            <a:r>
              <a:rPr spc="-15" dirty="0"/>
              <a:t>L</a:t>
            </a:r>
            <a:r>
              <a:rPr spc="-5" dirty="0"/>
              <a:t>DER</a:t>
            </a:r>
            <a:r>
              <a:rPr dirty="0"/>
              <a:t>	</a:t>
            </a:r>
            <a:r>
              <a:rPr spc="-5" dirty="0"/>
              <a:t>1</a:t>
            </a:r>
            <a:r>
              <a:rPr spc="-10" dirty="0"/>
              <a:t>-</a:t>
            </a:r>
            <a:r>
              <a:rPr spc="-5" dirty="0"/>
              <a:t>3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895600"/>
            <a:ext cx="7746492" cy="27432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95592" y="1206944"/>
            <a:ext cx="3248025" cy="1092835"/>
            <a:chOff x="295592" y="1206944"/>
            <a:chExt cx="3248025" cy="1092835"/>
          </a:xfrm>
        </p:grpSpPr>
        <p:sp>
          <p:nvSpPr>
            <p:cNvPr id="5" name="object 5"/>
            <p:cNvSpPr/>
            <p:nvPr/>
          </p:nvSpPr>
          <p:spPr>
            <a:xfrm>
              <a:off x="308609" y="1219962"/>
              <a:ext cx="3221990" cy="1066800"/>
            </a:xfrm>
            <a:custGeom>
              <a:avLst/>
              <a:gdLst/>
              <a:ahLst/>
              <a:cxnLst/>
              <a:rect l="l" t="t" r="r" b="b"/>
              <a:pathLst>
                <a:path w="3221990" h="1066800">
                  <a:moveTo>
                    <a:pt x="2688336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2688336" y="1066800"/>
                  </a:lnTo>
                  <a:lnTo>
                    <a:pt x="3221736" y="533400"/>
                  </a:lnTo>
                  <a:lnTo>
                    <a:pt x="2688336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8609" y="1219962"/>
              <a:ext cx="3221990" cy="1066800"/>
            </a:xfrm>
            <a:custGeom>
              <a:avLst/>
              <a:gdLst/>
              <a:ahLst/>
              <a:cxnLst/>
              <a:rect l="l" t="t" r="r" b="b"/>
              <a:pathLst>
                <a:path w="3221990" h="1066800">
                  <a:moveTo>
                    <a:pt x="0" y="0"/>
                  </a:moveTo>
                  <a:lnTo>
                    <a:pt x="2688336" y="0"/>
                  </a:lnTo>
                  <a:lnTo>
                    <a:pt x="3221736" y="533400"/>
                  </a:lnTo>
                  <a:lnTo>
                    <a:pt x="2688336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3877" y="1263777"/>
            <a:ext cx="2656205" cy="824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0860" marR="5080" indent="-518795">
              <a:lnSpc>
                <a:spcPct val="1456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Setting</a:t>
            </a:r>
            <a:r>
              <a:rPr sz="1800" spc="-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up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new</a:t>
            </a:r>
            <a:r>
              <a:rPr sz="18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project </a:t>
            </a:r>
            <a:r>
              <a:rPr sz="1800" spc="-5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folder</a:t>
            </a:r>
            <a:r>
              <a:rPr sz="18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Git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883344" y="1206944"/>
            <a:ext cx="3248025" cy="1092835"/>
            <a:chOff x="2883344" y="1206944"/>
            <a:chExt cx="3248025" cy="1092835"/>
          </a:xfrm>
        </p:grpSpPr>
        <p:sp>
          <p:nvSpPr>
            <p:cNvPr id="9" name="object 9"/>
            <p:cNvSpPr/>
            <p:nvPr/>
          </p:nvSpPr>
          <p:spPr>
            <a:xfrm>
              <a:off x="2896362" y="1219962"/>
              <a:ext cx="3221990" cy="1066800"/>
            </a:xfrm>
            <a:custGeom>
              <a:avLst/>
              <a:gdLst/>
              <a:ahLst/>
              <a:cxnLst/>
              <a:rect l="l" t="t" r="r" b="b"/>
              <a:pathLst>
                <a:path w="3221990" h="1066800">
                  <a:moveTo>
                    <a:pt x="2688336" y="0"/>
                  </a:moveTo>
                  <a:lnTo>
                    <a:pt x="0" y="0"/>
                  </a:lnTo>
                  <a:lnTo>
                    <a:pt x="533400" y="533400"/>
                  </a:lnTo>
                  <a:lnTo>
                    <a:pt x="0" y="1066800"/>
                  </a:lnTo>
                  <a:lnTo>
                    <a:pt x="2688336" y="1066800"/>
                  </a:lnTo>
                  <a:lnTo>
                    <a:pt x="3221736" y="533400"/>
                  </a:lnTo>
                  <a:lnTo>
                    <a:pt x="2688336" y="0"/>
                  </a:lnTo>
                  <a:close/>
                </a:path>
              </a:pathLst>
            </a:custGeom>
            <a:solidFill>
              <a:srgbClr val="C3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96362" y="1219962"/>
              <a:ext cx="3221990" cy="1066800"/>
            </a:xfrm>
            <a:custGeom>
              <a:avLst/>
              <a:gdLst/>
              <a:ahLst/>
              <a:cxnLst/>
              <a:rect l="l" t="t" r="r" b="b"/>
              <a:pathLst>
                <a:path w="3221990" h="1066800">
                  <a:moveTo>
                    <a:pt x="0" y="0"/>
                  </a:moveTo>
                  <a:lnTo>
                    <a:pt x="2688336" y="0"/>
                  </a:lnTo>
                  <a:lnTo>
                    <a:pt x="3221736" y="533400"/>
                  </a:lnTo>
                  <a:lnTo>
                    <a:pt x="2688336" y="1066800"/>
                  </a:lnTo>
                  <a:lnTo>
                    <a:pt x="0" y="1066800"/>
                  </a:lnTo>
                  <a:lnTo>
                    <a:pt x="533400" y="53340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649217" y="1301241"/>
            <a:ext cx="1763395" cy="874394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 algn="ctr">
              <a:lnSpc>
                <a:spcPct val="104400"/>
              </a:lnSpc>
              <a:spcBef>
                <a:spcPts val="5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Adding</a:t>
            </a:r>
            <a:r>
              <a:rPr sz="1800" spc="-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Git</a:t>
            </a:r>
            <a:r>
              <a:rPr sz="18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an </a:t>
            </a:r>
            <a:r>
              <a:rPr sz="1800" spc="-5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existing</a:t>
            </a:r>
            <a:r>
              <a:rPr sz="1800" spc="-7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project</a:t>
            </a:r>
            <a:endParaRPr sz="18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folder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49823" y="1207008"/>
            <a:ext cx="3248025" cy="1092835"/>
            <a:chOff x="5449823" y="1207008"/>
            <a:chExt cx="3248025" cy="1092835"/>
          </a:xfrm>
        </p:grpSpPr>
        <p:sp>
          <p:nvSpPr>
            <p:cNvPr id="13" name="object 13"/>
            <p:cNvSpPr/>
            <p:nvPr/>
          </p:nvSpPr>
          <p:spPr>
            <a:xfrm>
              <a:off x="5462777" y="1219962"/>
              <a:ext cx="3221990" cy="1066800"/>
            </a:xfrm>
            <a:custGeom>
              <a:avLst/>
              <a:gdLst/>
              <a:ahLst/>
              <a:cxnLst/>
              <a:rect l="l" t="t" r="r" b="b"/>
              <a:pathLst>
                <a:path w="3221990" h="1066800">
                  <a:moveTo>
                    <a:pt x="2688336" y="0"/>
                  </a:moveTo>
                  <a:lnTo>
                    <a:pt x="0" y="0"/>
                  </a:lnTo>
                  <a:lnTo>
                    <a:pt x="533400" y="533400"/>
                  </a:lnTo>
                  <a:lnTo>
                    <a:pt x="0" y="1066800"/>
                  </a:lnTo>
                  <a:lnTo>
                    <a:pt x="2688336" y="1066800"/>
                  </a:lnTo>
                  <a:lnTo>
                    <a:pt x="3221736" y="533400"/>
                  </a:lnTo>
                  <a:lnTo>
                    <a:pt x="2688336" y="0"/>
                  </a:lnTo>
                  <a:close/>
                </a:path>
              </a:pathLst>
            </a:custGeom>
            <a:solidFill>
              <a:srgbClr val="C3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62777" y="1219962"/>
              <a:ext cx="3221990" cy="1066800"/>
            </a:xfrm>
            <a:custGeom>
              <a:avLst/>
              <a:gdLst/>
              <a:ahLst/>
              <a:cxnLst/>
              <a:rect l="l" t="t" r="r" b="b"/>
              <a:pathLst>
                <a:path w="3221990" h="1066800">
                  <a:moveTo>
                    <a:pt x="0" y="0"/>
                  </a:moveTo>
                  <a:lnTo>
                    <a:pt x="2688336" y="0"/>
                  </a:lnTo>
                  <a:lnTo>
                    <a:pt x="3221736" y="533400"/>
                  </a:lnTo>
                  <a:lnTo>
                    <a:pt x="2688336" y="1066800"/>
                  </a:lnTo>
                  <a:lnTo>
                    <a:pt x="0" y="1066800"/>
                  </a:lnTo>
                  <a:lnTo>
                    <a:pt x="533400" y="53340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100064" y="1587753"/>
            <a:ext cx="1997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.Git</a:t>
            </a:r>
            <a:r>
              <a:rPr sz="1800" spc="-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Directory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7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395986"/>
            <a:ext cx="71075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513195" algn="l"/>
              </a:tabLst>
            </a:pPr>
            <a:r>
              <a:rPr spc="-10" dirty="0"/>
              <a:t>S</a:t>
            </a:r>
            <a:r>
              <a:rPr dirty="0"/>
              <a:t>E</a:t>
            </a:r>
            <a:r>
              <a:rPr spc="-5" dirty="0"/>
              <a:t>T</a:t>
            </a:r>
            <a:r>
              <a:rPr spc="-20" dirty="0"/>
              <a:t>T</a:t>
            </a:r>
            <a:r>
              <a:rPr spc="-10" dirty="0"/>
              <a:t>IN</a:t>
            </a:r>
            <a:r>
              <a:rPr spc="-5" dirty="0"/>
              <a:t>G</a:t>
            </a:r>
            <a:r>
              <a:rPr spc="5" dirty="0"/>
              <a:t> </a:t>
            </a:r>
            <a:r>
              <a:rPr spc="-5" dirty="0"/>
              <a:t>UP</a:t>
            </a:r>
            <a:r>
              <a:rPr dirty="0"/>
              <a:t> </a:t>
            </a:r>
            <a:r>
              <a:rPr spc="-5" dirty="0"/>
              <a:t>THE</a:t>
            </a:r>
            <a:r>
              <a:rPr dirty="0"/>
              <a:t> </a:t>
            </a:r>
            <a:r>
              <a:rPr spc="-5" dirty="0"/>
              <a:t>PROJECT</a:t>
            </a:r>
            <a:r>
              <a:rPr spc="35" dirty="0"/>
              <a:t> </a:t>
            </a:r>
            <a:r>
              <a:rPr spc="-5" dirty="0"/>
              <a:t>FO</a:t>
            </a:r>
            <a:r>
              <a:rPr spc="-15" dirty="0"/>
              <a:t>L</a:t>
            </a:r>
            <a:r>
              <a:rPr spc="-5" dirty="0"/>
              <a:t>DER</a:t>
            </a:r>
            <a:r>
              <a:rPr dirty="0"/>
              <a:t>	</a:t>
            </a:r>
            <a:r>
              <a:rPr spc="-10" dirty="0"/>
              <a:t>2-</a:t>
            </a:r>
            <a:r>
              <a:rPr spc="-5" dirty="0"/>
              <a:t>3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5592" y="1892744"/>
            <a:ext cx="3248025" cy="1092835"/>
            <a:chOff x="295592" y="1892744"/>
            <a:chExt cx="3248025" cy="1092835"/>
          </a:xfrm>
        </p:grpSpPr>
        <p:sp>
          <p:nvSpPr>
            <p:cNvPr id="4" name="object 4"/>
            <p:cNvSpPr/>
            <p:nvPr/>
          </p:nvSpPr>
          <p:spPr>
            <a:xfrm>
              <a:off x="308609" y="1905762"/>
              <a:ext cx="3221990" cy="1066800"/>
            </a:xfrm>
            <a:custGeom>
              <a:avLst/>
              <a:gdLst/>
              <a:ahLst/>
              <a:cxnLst/>
              <a:rect l="l" t="t" r="r" b="b"/>
              <a:pathLst>
                <a:path w="3221990" h="1066800">
                  <a:moveTo>
                    <a:pt x="2688336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2688336" y="1066800"/>
                  </a:lnTo>
                  <a:lnTo>
                    <a:pt x="3221736" y="533400"/>
                  </a:lnTo>
                  <a:lnTo>
                    <a:pt x="2688336" y="0"/>
                  </a:lnTo>
                  <a:close/>
                </a:path>
              </a:pathLst>
            </a:custGeom>
            <a:solidFill>
              <a:srgbClr val="C3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8609" y="1905762"/>
              <a:ext cx="3221990" cy="1066800"/>
            </a:xfrm>
            <a:custGeom>
              <a:avLst/>
              <a:gdLst/>
              <a:ahLst/>
              <a:cxnLst/>
              <a:rect l="l" t="t" r="r" b="b"/>
              <a:pathLst>
                <a:path w="3221990" h="1066800">
                  <a:moveTo>
                    <a:pt x="0" y="0"/>
                  </a:moveTo>
                  <a:lnTo>
                    <a:pt x="2688336" y="0"/>
                  </a:lnTo>
                  <a:lnTo>
                    <a:pt x="3221736" y="533400"/>
                  </a:lnTo>
                  <a:lnTo>
                    <a:pt x="2688336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93877" y="1949958"/>
            <a:ext cx="2656205" cy="824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0860" marR="5080" indent="-518795">
              <a:lnSpc>
                <a:spcPct val="1456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Setting</a:t>
            </a:r>
            <a:r>
              <a:rPr sz="1800" spc="-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up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new</a:t>
            </a:r>
            <a:r>
              <a:rPr sz="18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project </a:t>
            </a:r>
            <a:r>
              <a:rPr sz="1800" spc="-5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folder</a:t>
            </a:r>
            <a:r>
              <a:rPr sz="18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Git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83344" y="1892744"/>
            <a:ext cx="3248025" cy="1092835"/>
            <a:chOff x="2883344" y="1892744"/>
            <a:chExt cx="3248025" cy="1092835"/>
          </a:xfrm>
        </p:grpSpPr>
        <p:sp>
          <p:nvSpPr>
            <p:cNvPr id="8" name="object 8"/>
            <p:cNvSpPr/>
            <p:nvPr/>
          </p:nvSpPr>
          <p:spPr>
            <a:xfrm>
              <a:off x="2896362" y="1905762"/>
              <a:ext cx="3221990" cy="1066800"/>
            </a:xfrm>
            <a:custGeom>
              <a:avLst/>
              <a:gdLst/>
              <a:ahLst/>
              <a:cxnLst/>
              <a:rect l="l" t="t" r="r" b="b"/>
              <a:pathLst>
                <a:path w="3221990" h="1066800">
                  <a:moveTo>
                    <a:pt x="2688336" y="0"/>
                  </a:moveTo>
                  <a:lnTo>
                    <a:pt x="0" y="0"/>
                  </a:lnTo>
                  <a:lnTo>
                    <a:pt x="533400" y="533400"/>
                  </a:lnTo>
                  <a:lnTo>
                    <a:pt x="0" y="1066800"/>
                  </a:lnTo>
                  <a:lnTo>
                    <a:pt x="2688336" y="1066800"/>
                  </a:lnTo>
                  <a:lnTo>
                    <a:pt x="3221736" y="533400"/>
                  </a:lnTo>
                  <a:lnTo>
                    <a:pt x="2688336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96362" y="1905762"/>
              <a:ext cx="3221990" cy="1066800"/>
            </a:xfrm>
            <a:custGeom>
              <a:avLst/>
              <a:gdLst/>
              <a:ahLst/>
              <a:cxnLst/>
              <a:rect l="l" t="t" r="r" b="b"/>
              <a:pathLst>
                <a:path w="3221990" h="1066800">
                  <a:moveTo>
                    <a:pt x="0" y="0"/>
                  </a:moveTo>
                  <a:lnTo>
                    <a:pt x="2688336" y="0"/>
                  </a:lnTo>
                  <a:lnTo>
                    <a:pt x="3221736" y="533400"/>
                  </a:lnTo>
                  <a:lnTo>
                    <a:pt x="2688336" y="1066800"/>
                  </a:lnTo>
                  <a:lnTo>
                    <a:pt x="0" y="1066800"/>
                  </a:lnTo>
                  <a:lnTo>
                    <a:pt x="533400" y="53340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649217" y="1987041"/>
            <a:ext cx="1763395" cy="875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Adding</a:t>
            </a:r>
            <a:r>
              <a:rPr sz="1800" spc="-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Git</a:t>
            </a:r>
            <a:r>
              <a:rPr sz="18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an</a:t>
            </a:r>
            <a:endParaRPr sz="18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existing</a:t>
            </a:r>
            <a:r>
              <a:rPr sz="1800" spc="-9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project</a:t>
            </a:r>
            <a:endParaRPr sz="18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folder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449823" y="1892807"/>
            <a:ext cx="3248025" cy="1092835"/>
            <a:chOff x="5449823" y="1892807"/>
            <a:chExt cx="3248025" cy="1092835"/>
          </a:xfrm>
        </p:grpSpPr>
        <p:sp>
          <p:nvSpPr>
            <p:cNvPr id="12" name="object 12"/>
            <p:cNvSpPr/>
            <p:nvPr/>
          </p:nvSpPr>
          <p:spPr>
            <a:xfrm>
              <a:off x="5462777" y="1905761"/>
              <a:ext cx="3221990" cy="1066800"/>
            </a:xfrm>
            <a:custGeom>
              <a:avLst/>
              <a:gdLst/>
              <a:ahLst/>
              <a:cxnLst/>
              <a:rect l="l" t="t" r="r" b="b"/>
              <a:pathLst>
                <a:path w="3221990" h="1066800">
                  <a:moveTo>
                    <a:pt x="2688336" y="0"/>
                  </a:moveTo>
                  <a:lnTo>
                    <a:pt x="0" y="0"/>
                  </a:lnTo>
                  <a:lnTo>
                    <a:pt x="533400" y="533400"/>
                  </a:lnTo>
                  <a:lnTo>
                    <a:pt x="0" y="1066800"/>
                  </a:lnTo>
                  <a:lnTo>
                    <a:pt x="2688336" y="1066800"/>
                  </a:lnTo>
                  <a:lnTo>
                    <a:pt x="3221736" y="533400"/>
                  </a:lnTo>
                  <a:lnTo>
                    <a:pt x="2688336" y="0"/>
                  </a:lnTo>
                  <a:close/>
                </a:path>
              </a:pathLst>
            </a:custGeom>
            <a:solidFill>
              <a:srgbClr val="C3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62777" y="1905761"/>
              <a:ext cx="3221990" cy="1066800"/>
            </a:xfrm>
            <a:custGeom>
              <a:avLst/>
              <a:gdLst/>
              <a:ahLst/>
              <a:cxnLst/>
              <a:rect l="l" t="t" r="r" b="b"/>
              <a:pathLst>
                <a:path w="3221990" h="1066800">
                  <a:moveTo>
                    <a:pt x="0" y="0"/>
                  </a:moveTo>
                  <a:lnTo>
                    <a:pt x="2688336" y="0"/>
                  </a:lnTo>
                  <a:lnTo>
                    <a:pt x="3221736" y="533400"/>
                  </a:lnTo>
                  <a:lnTo>
                    <a:pt x="2688336" y="1066800"/>
                  </a:lnTo>
                  <a:lnTo>
                    <a:pt x="0" y="1066800"/>
                  </a:lnTo>
                  <a:lnTo>
                    <a:pt x="533400" y="53340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100064" y="2273934"/>
            <a:ext cx="1997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.Git</a:t>
            </a:r>
            <a:r>
              <a:rPr sz="1800" spc="-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Directory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7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A703BE-6F45-4343-BE44-14870C739048}"/>
              </a:ext>
            </a:extLst>
          </p:cNvPr>
          <p:cNvSpPr txBox="1"/>
          <p:nvPr/>
        </p:nvSpPr>
        <p:spPr>
          <a:xfrm>
            <a:off x="493877" y="3269886"/>
            <a:ext cx="7278523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Command: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git status </a:t>
            </a:r>
            <a:r>
              <a:rPr lang="en-US" sz="2400" dirty="0"/>
              <a:t>=&gt;  use to check either file is in git directory or not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git init </a:t>
            </a:r>
            <a:r>
              <a:rPr lang="en-US" sz="2400" dirty="0"/>
              <a:t>=&gt; adds your folder to git repository</a:t>
            </a:r>
          </a:p>
          <a:p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AA83684-B57E-47B0-B081-9C44ED9005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893" b="30198"/>
          <a:stretch/>
        </p:blipFill>
        <p:spPr>
          <a:xfrm>
            <a:off x="7225486" y="3458422"/>
            <a:ext cx="1390770" cy="13698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395986"/>
            <a:ext cx="71075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513195" algn="l"/>
              </a:tabLst>
            </a:pPr>
            <a:r>
              <a:rPr spc="-10" dirty="0"/>
              <a:t>S</a:t>
            </a:r>
            <a:r>
              <a:rPr dirty="0"/>
              <a:t>E</a:t>
            </a:r>
            <a:r>
              <a:rPr spc="-5" dirty="0"/>
              <a:t>T</a:t>
            </a:r>
            <a:r>
              <a:rPr spc="-20" dirty="0"/>
              <a:t>T</a:t>
            </a:r>
            <a:r>
              <a:rPr spc="-10" dirty="0"/>
              <a:t>IN</a:t>
            </a:r>
            <a:r>
              <a:rPr spc="-5" dirty="0"/>
              <a:t>G</a:t>
            </a:r>
            <a:r>
              <a:rPr spc="5" dirty="0"/>
              <a:t> </a:t>
            </a:r>
            <a:r>
              <a:rPr spc="-5" dirty="0"/>
              <a:t>UP</a:t>
            </a:r>
            <a:r>
              <a:rPr dirty="0"/>
              <a:t> </a:t>
            </a:r>
            <a:r>
              <a:rPr spc="-5" dirty="0"/>
              <a:t>THE</a:t>
            </a:r>
            <a:r>
              <a:rPr dirty="0"/>
              <a:t> </a:t>
            </a:r>
            <a:r>
              <a:rPr spc="-5" dirty="0"/>
              <a:t>PROJECT</a:t>
            </a:r>
            <a:r>
              <a:rPr spc="35" dirty="0"/>
              <a:t> </a:t>
            </a:r>
            <a:r>
              <a:rPr spc="-5" dirty="0"/>
              <a:t>FO</a:t>
            </a:r>
            <a:r>
              <a:rPr spc="-15" dirty="0"/>
              <a:t>L</a:t>
            </a:r>
            <a:r>
              <a:rPr spc="-5" dirty="0"/>
              <a:t>DER</a:t>
            </a:r>
            <a:r>
              <a:rPr dirty="0"/>
              <a:t>	</a:t>
            </a:r>
            <a:r>
              <a:rPr spc="-10" dirty="0"/>
              <a:t>3-</a:t>
            </a:r>
            <a:r>
              <a:rPr spc="-5" dirty="0"/>
              <a:t>3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5592" y="1892744"/>
            <a:ext cx="3248025" cy="1092835"/>
            <a:chOff x="295592" y="1892744"/>
            <a:chExt cx="3248025" cy="1092835"/>
          </a:xfrm>
        </p:grpSpPr>
        <p:sp>
          <p:nvSpPr>
            <p:cNvPr id="4" name="object 4"/>
            <p:cNvSpPr/>
            <p:nvPr/>
          </p:nvSpPr>
          <p:spPr>
            <a:xfrm>
              <a:off x="308609" y="1905762"/>
              <a:ext cx="3221990" cy="1066800"/>
            </a:xfrm>
            <a:custGeom>
              <a:avLst/>
              <a:gdLst/>
              <a:ahLst/>
              <a:cxnLst/>
              <a:rect l="l" t="t" r="r" b="b"/>
              <a:pathLst>
                <a:path w="3221990" h="1066800">
                  <a:moveTo>
                    <a:pt x="2688336" y="0"/>
                  </a:moveTo>
                  <a:lnTo>
                    <a:pt x="0" y="0"/>
                  </a:lnTo>
                  <a:lnTo>
                    <a:pt x="0" y="1066800"/>
                  </a:lnTo>
                  <a:lnTo>
                    <a:pt x="2688336" y="1066800"/>
                  </a:lnTo>
                  <a:lnTo>
                    <a:pt x="3221736" y="533400"/>
                  </a:lnTo>
                  <a:lnTo>
                    <a:pt x="2688336" y="0"/>
                  </a:lnTo>
                  <a:close/>
                </a:path>
              </a:pathLst>
            </a:custGeom>
            <a:solidFill>
              <a:srgbClr val="C3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8609" y="1905762"/>
              <a:ext cx="3221990" cy="1066800"/>
            </a:xfrm>
            <a:custGeom>
              <a:avLst/>
              <a:gdLst/>
              <a:ahLst/>
              <a:cxnLst/>
              <a:rect l="l" t="t" r="r" b="b"/>
              <a:pathLst>
                <a:path w="3221990" h="1066800">
                  <a:moveTo>
                    <a:pt x="0" y="0"/>
                  </a:moveTo>
                  <a:lnTo>
                    <a:pt x="2688336" y="0"/>
                  </a:lnTo>
                  <a:lnTo>
                    <a:pt x="3221736" y="533400"/>
                  </a:lnTo>
                  <a:lnTo>
                    <a:pt x="2688336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93877" y="1949958"/>
            <a:ext cx="2656205" cy="824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0860" marR="5080" indent="-518795">
              <a:lnSpc>
                <a:spcPct val="1456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Setting</a:t>
            </a:r>
            <a:r>
              <a:rPr sz="1800" spc="-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up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new</a:t>
            </a:r>
            <a:r>
              <a:rPr sz="18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project </a:t>
            </a:r>
            <a:r>
              <a:rPr sz="1800" spc="-5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folder</a:t>
            </a:r>
            <a:r>
              <a:rPr sz="18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with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Git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83344" y="1892744"/>
            <a:ext cx="3248025" cy="1092835"/>
            <a:chOff x="2883344" y="1892744"/>
            <a:chExt cx="3248025" cy="1092835"/>
          </a:xfrm>
        </p:grpSpPr>
        <p:sp>
          <p:nvSpPr>
            <p:cNvPr id="8" name="object 8"/>
            <p:cNvSpPr/>
            <p:nvPr/>
          </p:nvSpPr>
          <p:spPr>
            <a:xfrm>
              <a:off x="2896362" y="1905762"/>
              <a:ext cx="3221990" cy="1066800"/>
            </a:xfrm>
            <a:custGeom>
              <a:avLst/>
              <a:gdLst/>
              <a:ahLst/>
              <a:cxnLst/>
              <a:rect l="l" t="t" r="r" b="b"/>
              <a:pathLst>
                <a:path w="3221990" h="1066800">
                  <a:moveTo>
                    <a:pt x="2688336" y="0"/>
                  </a:moveTo>
                  <a:lnTo>
                    <a:pt x="0" y="0"/>
                  </a:lnTo>
                  <a:lnTo>
                    <a:pt x="533400" y="533400"/>
                  </a:lnTo>
                  <a:lnTo>
                    <a:pt x="0" y="1066800"/>
                  </a:lnTo>
                  <a:lnTo>
                    <a:pt x="2688336" y="1066800"/>
                  </a:lnTo>
                  <a:lnTo>
                    <a:pt x="3221736" y="533400"/>
                  </a:lnTo>
                  <a:lnTo>
                    <a:pt x="2688336" y="0"/>
                  </a:lnTo>
                  <a:close/>
                </a:path>
              </a:pathLst>
            </a:custGeom>
            <a:solidFill>
              <a:srgbClr val="C3C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896362" y="1905762"/>
              <a:ext cx="3221990" cy="1066800"/>
            </a:xfrm>
            <a:custGeom>
              <a:avLst/>
              <a:gdLst/>
              <a:ahLst/>
              <a:cxnLst/>
              <a:rect l="l" t="t" r="r" b="b"/>
              <a:pathLst>
                <a:path w="3221990" h="1066800">
                  <a:moveTo>
                    <a:pt x="0" y="0"/>
                  </a:moveTo>
                  <a:lnTo>
                    <a:pt x="2688336" y="0"/>
                  </a:lnTo>
                  <a:lnTo>
                    <a:pt x="3221736" y="533400"/>
                  </a:lnTo>
                  <a:lnTo>
                    <a:pt x="2688336" y="1066800"/>
                  </a:lnTo>
                  <a:lnTo>
                    <a:pt x="0" y="1066800"/>
                  </a:lnTo>
                  <a:lnTo>
                    <a:pt x="533400" y="53340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649217" y="1987041"/>
            <a:ext cx="1763395" cy="875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Adding</a:t>
            </a:r>
            <a:r>
              <a:rPr sz="1800" spc="-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Git</a:t>
            </a:r>
            <a:r>
              <a:rPr sz="1800" spc="-3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an</a:t>
            </a:r>
            <a:endParaRPr sz="18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existing</a:t>
            </a:r>
            <a:r>
              <a:rPr sz="1800" spc="-9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project</a:t>
            </a:r>
            <a:endParaRPr sz="18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folder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449823" y="1892807"/>
            <a:ext cx="3248025" cy="1092835"/>
            <a:chOff x="5449823" y="1892807"/>
            <a:chExt cx="3248025" cy="1092835"/>
          </a:xfrm>
        </p:grpSpPr>
        <p:sp>
          <p:nvSpPr>
            <p:cNvPr id="12" name="object 12"/>
            <p:cNvSpPr/>
            <p:nvPr/>
          </p:nvSpPr>
          <p:spPr>
            <a:xfrm>
              <a:off x="5462777" y="1905761"/>
              <a:ext cx="3221990" cy="1066800"/>
            </a:xfrm>
            <a:custGeom>
              <a:avLst/>
              <a:gdLst/>
              <a:ahLst/>
              <a:cxnLst/>
              <a:rect l="l" t="t" r="r" b="b"/>
              <a:pathLst>
                <a:path w="3221990" h="1066800">
                  <a:moveTo>
                    <a:pt x="2688336" y="0"/>
                  </a:moveTo>
                  <a:lnTo>
                    <a:pt x="0" y="0"/>
                  </a:lnTo>
                  <a:lnTo>
                    <a:pt x="533400" y="533400"/>
                  </a:lnTo>
                  <a:lnTo>
                    <a:pt x="0" y="1066800"/>
                  </a:lnTo>
                  <a:lnTo>
                    <a:pt x="2688336" y="1066800"/>
                  </a:lnTo>
                  <a:lnTo>
                    <a:pt x="3221736" y="533400"/>
                  </a:lnTo>
                  <a:lnTo>
                    <a:pt x="2688336" y="0"/>
                  </a:lnTo>
                  <a:close/>
                </a:path>
              </a:pathLst>
            </a:custGeom>
            <a:solidFill>
              <a:srgbClr val="9B2C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462777" y="1905761"/>
              <a:ext cx="3221990" cy="1066800"/>
            </a:xfrm>
            <a:custGeom>
              <a:avLst/>
              <a:gdLst/>
              <a:ahLst/>
              <a:cxnLst/>
              <a:rect l="l" t="t" r="r" b="b"/>
              <a:pathLst>
                <a:path w="3221990" h="1066800">
                  <a:moveTo>
                    <a:pt x="0" y="0"/>
                  </a:moveTo>
                  <a:lnTo>
                    <a:pt x="2688336" y="0"/>
                  </a:lnTo>
                  <a:lnTo>
                    <a:pt x="3221736" y="533400"/>
                  </a:lnTo>
                  <a:lnTo>
                    <a:pt x="2688336" y="1066800"/>
                  </a:lnTo>
                  <a:lnTo>
                    <a:pt x="0" y="1066800"/>
                  </a:lnTo>
                  <a:lnTo>
                    <a:pt x="533400" y="533400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100064" y="2273934"/>
            <a:ext cx="1997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.Git</a:t>
            </a:r>
            <a:r>
              <a:rPr sz="1800" spc="-3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Directory</a:t>
            </a:r>
            <a:endParaRPr sz="1800">
              <a:latin typeface="Comic Sans MS"/>
              <a:cs typeface="Comic Sans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83208" y="3797808"/>
            <a:ext cx="1854835" cy="711835"/>
            <a:chOff x="1283208" y="3797808"/>
            <a:chExt cx="1854835" cy="711835"/>
          </a:xfrm>
        </p:grpSpPr>
        <p:sp>
          <p:nvSpPr>
            <p:cNvPr id="16" name="object 16"/>
            <p:cNvSpPr/>
            <p:nvPr/>
          </p:nvSpPr>
          <p:spPr>
            <a:xfrm>
              <a:off x="1296162" y="3810762"/>
              <a:ext cx="1828800" cy="685800"/>
            </a:xfrm>
            <a:custGeom>
              <a:avLst/>
              <a:gdLst/>
              <a:ahLst/>
              <a:cxnLst/>
              <a:rect l="l" t="t" r="r" b="b"/>
              <a:pathLst>
                <a:path w="1828800" h="685800">
                  <a:moveTo>
                    <a:pt x="18288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1828800" y="685800"/>
                  </a:lnTo>
                  <a:lnTo>
                    <a:pt x="1828800" y="0"/>
                  </a:lnTo>
                  <a:close/>
                </a:path>
              </a:pathLst>
            </a:custGeom>
            <a:solidFill>
              <a:srgbClr val="D247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96162" y="3810762"/>
              <a:ext cx="1828800" cy="685800"/>
            </a:xfrm>
            <a:custGeom>
              <a:avLst/>
              <a:gdLst/>
              <a:ahLst/>
              <a:cxnLst/>
              <a:rect l="l" t="t" r="r" b="b"/>
              <a:pathLst>
                <a:path w="1828800" h="685800">
                  <a:moveTo>
                    <a:pt x="0" y="685800"/>
                  </a:moveTo>
                  <a:lnTo>
                    <a:pt x="1828800" y="68580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685800"/>
                  </a:lnTo>
                  <a:close/>
                </a:path>
              </a:pathLst>
            </a:custGeom>
            <a:ln w="25908">
              <a:solidFill>
                <a:srgbClr val="9B31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62762" y="3582161"/>
            <a:ext cx="7391400" cy="1143000"/>
          </a:xfrm>
          <a:prstGeom prst="rect">
            <a:avLst/>
          </a:prstGeom>
          <a:ln w="25907">
            <a:solidFill>
              <a:srgbClr val="9B310E"/>
            </a:solidFill>
          </a:ln>
        </p:spPr>
        <p:txBody>
          <a:bodyPr vert="horz" wrap="square" lIns="0" tIns="285115" rIns="0" bIns="0" rtlCol="0">
            <a:spAutoFit/>
          </a:bodyPr>
          <a:lstStyle/>
          <a:p>
            <a:pPr marL="729615">
              <a:lnSpc>
                <a:spcPct val="100000"/>
              </a:lnSpc>
              <a:spcBef>
                <a:spcPts val="2245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Sub-Folder</a:t>
            </a:r>
            <a:endParaRPr sz="1800">
              <a:latin typeface="Comic Sans MS"/>
              <a:cs typeface="Comic Sans MS"/>
            </a:endParaRPr>
          </a:p>
          <a:p>
            <a:pPr marL="803275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for</a:t>
            </a:r>
            <a:r>
              <a:rPr sz="1800" spc="-5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Objects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7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19" name="object 19"/>
          <p:cNvSpPr txBox="1"/>
          <p:nvPr/>
        </p:nvSpPr>
        <p:spPr>
          <a:xfrm>
            <a:off x="3429761" y="3810761"/>
            <a:ext cx="1828800" cy="685800"/>
          </a:xfrm>
          <a:prstGeom prst="rect">
            <a:avLst/>
          </a:prstGeom>
          <a:solidFill>
            <a:srgbClr val="D24716"/>
          </a:solidFill>
          <a:ln w="25907">
            <a:solidFill>
              <a:srgbClr val="9B310E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Sub-Folder</a:t>
            </a:r>
            <a:endParaRPr sz="1800">
              <a:latin typeface="Comic Sans MS"/>
              <a:cs typeface="Comic Sans MS"/>
            </a:endParaRPr>
          </a:p>
          <a:p>
            <a:pPr algn="ctr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for</a:t>
            </a:r>
            <a:r>
              <a:rPr sz="1800" spc="-5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Refs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63361" y="3810761"/>
            <a:ext cx="1828800" cy="685800"/>
          </a:xfrm>
          <a:prstGeom prst="rect">
            <a:avLst/>
          </a:prstGeom>
          <a:solidFill>
            <a:srgbClr val="D24716"/>
          </a:solidFill>
          <a:ln w="25907">
            <a:solidFill>
              <a:srgbClr val="9B310E"/>
            </a:solidFill>
          </a:ln>
        </p:spPr>
        <p:txBody>
          <a:bodyPr vert="horz" wrap="square" lIns="0" tIns="193675" rIns="0" bIns="0" rtlCol="0">
            <a:spAutoFit/>
          </a:bodyPr>
          <a:lstStyle/>
          <a:p>
            <a:pPr marL="290195">
              <a:lnSpc>
                <a:spcPct val="100000"/>
              </a:lnSpc>
              <a:spcBef>
                <a:spcPts val="1525"/>
              </a:spcBef>
            </a:pP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A</a:t>
            </a:r>
            <a:r>
              <a:rPr sz="1800" spc="-40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mic Sans MS"/>
                <a:cs typeface="Comic Sans MS"/>
              </a:rPr>
              <a:t>Head</a:t>
            </a:r>
            <a:r>
              <a:rPr sz="1800" spc="-15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FFFFFF"/>
                </a:solidFill>
                <a:latin typeface="Comic Sans MS"/>
                <a:cs typeface="Comic Sans MS"/>
              </a:rPr>
              <a:t>File</a:t>
            </a:r>
            <a:endParaRPr sz="18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95627-6495-41C6-AFA0-9348588C2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004" y="395986"/>
            <a:ext cx="7339990" cy="861774"/>
          </a:xfrm>
        </p:spPr>
        <p:txBody>
          <a:bodyPr/>
          <a:lstStyle/>
          <a:p>
            <a:pPr algn="ctr"/>
            <a:r>
              <a:rPr lang="en-US" b="1" dirty="0"/>
              <a:t>Git Commands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7D4E9-51B9-4DB2-8E69-F4A9E0760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168257"/>
            <a:ext cx="8305800" cy="498598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git config:</a:t>
            </a:r>
          </a:p>
          <a:p>
            <a:r>
              <a:rPr lang="en-US" b="1" dirty="0"/>
              <a:t>            </a:t>
            </a:r>
          </a:p>
          <a:p>
            <a:endParaRPr lang="en-US" dirty="0"/>
          </a:p>
          <a:p>
            <a:pPr lvl="4" algn="ctr"/>
            <a:r>
              <a:rPr lang="en-US" b="1" dirty="0"/>
              <a:t> </a:t>
            </a:r>
            <a:r>
              <a:rPr lang="en-US" sz="2000" b="1" dirty="0"/>
              <a:t>“</a:t>
            </a:r>
            <a:r>
              <a:rPr lang="en-US" i="1" dirty="0">
                <a:solidFill>
                  <a:srgbClr val="C00000"/>
                </a:solidFill>
              </a:rPr>
              <a:t>This command sets the author name and email address respectively to be used with your commits.</a:t>
            </a:r>
            <a:r>
              <a:rPr lang="en-US" b="1" dirty="0"/>
              <a:t> “</a:t>
            </a:r>
            <a:endParaRPr lang="en-US" i="1" dirty="0">
              <a:solidFill>
                <a:srgbClr val="C0000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/>
              <a:t>2. git init:</a:t>
            </a:r>
            <a:r>
              <a:rPr lang="en-US" dirty="0"/>
              <a:t> “</a:t>
            </a:r>
            <a:r>
              <a:rPr lang="en-US" sz="1800" i="1" dirty="0">
                <a:solidFill>
                  <a:srgbClr val="C00000"/>
                </a:solidFill>
              </a:rPr>
              <a:t>This command is used to start a new repository.</a:t>
            </a:r>
            <a:r>
              <a:rPr lang="en-US" sz="1800" dirty="0"/>
              <a:t> “</a:t>
            </a:r>
          </a:p>
          <a:p>
            <a:endParaRPr lang="en-US" sz="1800" i="1" dirty="0">
              <a:solidFill>
                <a:srgbClr val="C00000"/>
              </a:solidFill>
            </a:endParaRPr>
          </a:p>
          <a:p>
            <a:r>
              <a:rPr lang="en-US" b="1" dirty="0"/>
              <a:t>3. git add --a: “</a:t>
            </a:r>
            <a:r>
              <a:rPr lang="en-US" sz="1800" i="1" dirty="0">
                <a:solidFill>
                  <a:srgbClr val="C00000"/>
                </a:solidFill>
              </a:rPr>
              <a:t>This command adds a file to the staging area.</a:t>
            </a:r>
            <a:r>
              <a:rPr lang="en-US" sz="1800" b="1" dirty="0"/>
              <a:t> “</a:t>
            </a:r>
            <a:endParaRPr lang="en-US" sz="1800" i="1" dirty="0">
              <a:solidFill>
                <a:srgbClr val="C00000"/>
              </a:solidFill>
            </a:endParaRPr>
          </a:p>
          <a:p>
            <a:endParaRPr lang="en-US" b="1" dirty="0"/>
          </a:p>
          <a:p>
            <a:r>
              <a:rPr lang="en-US" b="1" dirty="0"/>
              <a:t>4. git commit -m:</a:t>
            </a:r>
          </a:p>
          <a:p>
            <a:pPr lvl="5" algn="ctr"/>
            <a:endParaRPr lang="en-US" sz="1600" b="1" dirty="0"/>
          </a:p>
          <a:p>
            <a:pPr lvl="5" algn="ctr"/>
            <a:r>
              <a:rPr lang="en-US" sz="1600" b="1" dirty="0"/>
              <a:t>“ </a:t>
            </a:r>
            <a:r>
              <a:rPr lang="en-US" i="1" dirty="0">
                <a:solidFill>
                  <a:srgbClr val="C00000"/>
                </a:solidFill>
              </a:rPr>
              <a:t>This command records or snapshots the file permanently in the version history. </a:t>
            </a:r>
            <a:r>
              <a:rPr lang="en-US" sz="1600" b="1" dirty="0"/>
              <a:t>“</a:t>
            </a:r>
          </a:p>
          <a:p>
            <a:pPr lvl="5" algn="ctr"/>
            <a:endParaRPr lang="en-US" sz="1600" i="1" dirty="0">
              <a:solidFill>
                <a:srgbClr val="C00000"/>
              </a:solidFill>
            </a:endParaRPr>
          </a:p>
          <a:p>
            <a:r>
              <a:rPr lang="en-US" b="1" dirty="0"/>
              <a:t>5.(code .) : </a:t>
            </a:r>
            <a:r>
              <a:rPr lang="en-US" i="1" dirty="0">
                <a:solidFill>
                  <a:srgbClr val="C00000"/>
                </a:solidFill>
                <a:latin typeface="+mn-lt"/>
                <a:cs typeface="+mn-cs"/>
              </a:rPr>
              <a:t>opens your current folder in vs code </a:t>
            </a:r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AB468E-578E-4F97-B1EB-842D33019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054057"/>
            <a:ext cx="411480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22635"/>
                </a:solidFill>
                <a:effectLst/>
                <a:latin typeface="Cambria" panose="02040503050406030204" pitchFamily="18" charset="0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Menlo"/>
              </a:rPr>
              <a:t>git config –global user.name “[name]”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22635"/>
                </a:solidFill>
                <a:effectLst/>
                <a:latin typeface="Cambria" panose="02040503050406030204" pitchFamily="18" charset="0"/>
              </a:rPr>
              <a:t> 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608CFA-CDA1-47DE-88CE-17C008BF6D5D}"/>
              </a:ext>
            </a:extLst>
          </p:cNvPr>
          <p:cNvSpPr/>
          <p:nvPr/>
        </p:nvSpPr>
        <p:spPr>
          <a:xfrm>
            <a:off x="2971800" y="1537589"/>
            <a:ext cx="4648201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C7254E"/>
                </a:solidFill>
                <a:effectLst/>
                <a:latin typeface="Menlo"/>
              </a:rPr>
              <a:t>git </a:t>
            </a:r>
            <a:r>
              <a:rPr lang="en-US" dirty="0">
                <a:solidFill>
                  <a:srgbClr val="C7254E"/>
                </a:solidFill>
                <a:latin typeface="Menlo"/>
              </a:rPr>
              <a:t>config</a:t>
            </a:r>
            <a:r>
              <a:rPr lang="en-US" b="0" i="0" dirty="0">
                <a:solidFill>
                  <a:srgbClr val="C7254E"/>
                </a:solidFill>
                <a:effectLst/>
                <a:latin typeface="Menlo"/>
              </a:rPr>
              <a:t> –global user.email “[email address]”</a:t>
            </a:r>
            <a:endParaRPr lang="en-US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92C5628-4915-4699-9A36-EC9D1BB9E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6100" y="4114800"/>
            <a:ext cx="335280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en-US" dirty="0">
                <a:solidFill>
                  <a:srgbClr val="C7254E"/>
                </a:solidFill>
                <a:latin typeface="Menlo"/>
              </a:rPr>
              <a:t> git commit -m “[ Type message]” </a:t>
            </a:r>
          </a:p>
        </p:txBody>
      </p:sp>
    </p:spTree>
    <p:extLst>
      <p:ext uri="{BB962C8B-B14F-4D97-AF65-F5344CB8AC3E}">
        <p14:creationId xmlns:p14="http://schemas.microsoft.com/office/powerpoint/2010/main" val="1233337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95627-6495-41C6-AFA0-9348588C2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004" y="395986"/>
            <a:ext cx="7403796" cy="594614"/>
          </a:xfrm>
        </p:spPr>
        <p:txBody>
          <a:bodyPr/>
          <a:lstStyle/>
          <a:p>
            <a:pPr algn="ctr"/>
            <a:r>
              <a:rPr lang="en-US" b="1" dirty="0"/>
              <a:t>Git Commands for showing changes made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7D4E9-51B9-4DB2-8E69-F4A9E0760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168257"/>
            <a:ext cx="8305800" cy="2031325"/>
          </a:xfrm>
        </p:spPr>
        <p:txBody>
          <a:bodyPr/>
          <a:lstStyle/>
          <a:p>
            <a:pPr algn="ctr"/>
            <a:r>
              <a:rPr lang="en-US" sz="1800" dirty="0"/>
              <a:t>Make changes in file than again check status(git status)</a:t>
            </a:r>
          </a:p>
          <a:p>
            <a:pPr algn="ctr"/>
            <a:r>
              <a:rPr lang="en-US" sz="1800" dirty="0"/>
              <a:t>And than commit your new changes(git commit –m “Changes made”)</a:t>
            </a:r>
          </a:p>
          <a:p>
            <a:pPr algn="ctr"/>
            <a:endParaRPr lang="en-US" sz="1800" dirty="0"/>
          </a:p>
          <a:p>
            <a:pPr algn="ctr"/>
            <a:endParaRPr lang="en-US" sz="1800" dirty="0"/>
          </a:p>
          <a:p>
            <a:pPr marL="457200" indent="-457200" algn="ctr">
              <a:buFont typeface="+mj-lt"/>
              <a:buAutoNum type="arabicPeriod"/>
            </a:pPr>
            <a:r>
              <a:rPr lang="en-US" b="1" dirty="0"/>
              <a:t>git log:</a:t>
            </a:r>
            <a:r>
              <a:rPr lang="en-US" sz="1800" b="1" dirty="0"/>
              <a:t> </a:t>
            </a:r>
            <a:r>
              <a:rPr lang="en-US" b="1" dirty="0"/>
              <a:t>“</a:t>
            </a:r>
            <a:r>
              <a:rPr lang="en-US" sz="1800" i="1" dirty="0">
                <a:solidFill>
                  <a:srgbClr val="C00000"/>
                </a:solidFill>
              </a:rPr>
              <a:t>This command shows you all commits made in your folder</a:t>
            </a:r>
            <a:r>
              <a:rPr lang="en-US" b="1" dirty="0"/>
              <a:t> “</a:t>
            </a:r>
          </a:p>
          <a:p>
            <a:r>
              <a:rPr lang="en-US" b="1" dirty="0"/>
              <a:t>           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EE56EB-DE98-43D2-B5F2-07D0A6637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739527"/>
            <a:ext cx="5768012" cy="37224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9108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395986"/>
            <a:ext cx="20053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GIT</a:t>
            </a:r>
            <a:r>
              <a:rPr spc="-75" dirty="0"/>
              <a:t> </a:t>
            </a:r>
            <a:r>
              <a:rPr spc="-10" dirty="0"/>
              <a:t>CLONE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447800"/>
            <a:ext cx="3482340" cy="24627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6400" y="1295400"/>
            <a:ext cx="1926336" cy="38100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7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19430-962E-4AE2-8408-6D9ED9B1B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004" y="395986"/>
            <a:ext cx="7339990" cy="861774"/>
          </a:xfrm>
        </p:spPr>
        <p:txBody>
          <a:bodyPr/>
          <a:lstStyle/>
          <a:p>
            <a:pPr algn="ctr"/>
            <a:r>
              <a:rPr lang="en-US" dirty="0"/>
              <a:t>Command to clone other website to your local server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A13BFE-8766-47BA-BE7C-F187E0C45AD4}"/>
              </a:ext>
            </a:extLst>
          </p:cNvPr>
          <p:cNvSpPr txBox="1"/>
          <p:nvPr/>
        </p:nvSpPr>
        <p:spPr>
          <a:xfrm>
            <a:off x="495299" y="1903778"/>
            <a:ext cx="49911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First you have to find demo website on GitHub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Copy the code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Then open git bash in your folder write </a:t>
            </a:r>
            <a:r>
              <a:rPr lang="en-US" b="1" dirty="0"/>
              <a:t>git clone</a:t>
            </a:r>
            <a:r>
              <a:rPr lang="en-US" dirty="0"/>
              <a:t> command and paste the link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E9DBEB-4BB4-4583-A0B3-99666427C2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32" t="3853" b="5776"/>
          <a:stretch/>
        </p:blipFill>
        <p:spPr>
          <a:xfrm>
            <a:off x="5638800" y="1192629"/>
            <a:ext cx="3165123" cy="26212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612BCC-A815-484C-A9AC-3B3B53F509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840497"/>
            <a:ext cx="5480756" cy="2581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7953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CDB5E-419A-4A18-A14C-4137C5CD5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004" y="395986"/>
            <a:ext cx="7339990" cy="861774"/>
          </a:xfrm>
        </p:spPr>
        <p:txBody>
          <a:bodyPr/>
          <a:lstStyle/>
          <a:p>
            <a:pPr algn="ctr"/>
            <a:r>
              <a:rPr lang="en-US" dirty="0"/>
              <a:t>“ls” command to check list of folders in current directory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091F4E-0181-4BC3-B7FA-CA6F0C254E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2" r="1268"/>
          <a:stretch/>
        </p:blipFill>
        <p:spPr>
          <a:xfrm>
            <a:off x="1447800" y="1591017"/>
            <a:ext cx="6458203" cy="3733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C2029A-2C38-424E-9AFB-2A3C1E671939}"/>
              </a:ext>
            </a:extLst>
          </p:cNvPr>
          <p:cNvSpPr txBox="1"/>
          <p:nvPr/>
        </p:nvSpPr>
        <p:spPr>
          <a:xfrm>
            <a:off x="457200" y="5658074"/>
            <a:ext cx="2286000" cy="646331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Write w and press </a:t>
            </a:r>
            <a:r>
              <a:rPr lang="en-US" b="1" dirty="0"/>
              <a:t>TAB</a:t>
            </a:r>
            <a:r>
              <a:rPr lang="en-US" dirty="0"/>
              <a:t> to autocomplete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81F60E5B-1ACF-467E-BF27-7ED37E1D7D54}"/>
              </a:ext>
            </a:extLst>
          </p:cNvPr>
          <p:cNvCxnSpPr>
            <a:cxnSpLocks/>
          </p:cNvCxnSpPr>
          <p:nvPr/>
        </p:nvCxnSpPr>
        <p:spPr>
          <a:xfrm rot="10800000" flipV="1">
            <a:off x="704448" y="3409938"/>
            <a:ext cx="685800" cy="220015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711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CDB5E-419A-4A18-A14C-4137C5CD5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004" y="395986"/>
            <a:ext cx="7339990" cy="861774"/>
          </a:xfrm>
        </p:spPr>
        <p:txBody>
          <a:bodyPr/>
          <a:lstStyle/>
          <a:p>
            <a:pPr algn="ctr"/>
            <a:r>
              <a:rPr lang="en-US" dirty="0"/>
              <a:t>“ls” command to check list of folders in current directory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091F4E-0181-4BC3-B7FA-CA6F0C254E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2" r="1268"/>
          <a:stretch/>
        </p:blipFill>
        <p:spPr>
          <a:xfrm>
            <a:off x="1447800" y="1591017"/>
            <a:ext cx="6458203" cy="3733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C2029A-2C38-424E-9AFB-2A3C1E671939}"/>
              </a:ext>
            </a:extLst>
          </p:cNvPr>
          <p:cNvSpPr txBox="1"/>
          <p:nvPr/>
        </p:nvSpPr>
        <p:spPr>
          <a:xfrm>
            <a:off x="457200" y="5658074"/>
            <a:ext cx="2286000" cy="646331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Write w and press </a:t>
            </a:r>
            <a:r>
              <a:rPr lang="en-US" b="1" dirty="0"/>
              <a:t>TAB</a:t>
            </a:r>
            <a:r>
              <a:rPr lang="en-US" dirty="0"/>
              <a:t> to autocomplete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81F60E5B-1ACF-467E-BF27-7ED37E1D7D54}"/>
              </a:ext>
            </a:extLst>
          </p:cNvPr>
          <p:cNvCxnSpPr>
            <a:cxnSpLocks/>
          </p:cNvCxnSpPr>
          <p:nvPr/>
        </p:nvCxnSpPr>
        <p:spPr>
          <a:xfrm rot="10800000" flipV="1">
            <a:off x="704448" y="3409938"/>
            <a:ext cx="685800" cy="220015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A9FEBD5E-7F8C-4AA8-831A-2E4AAC6AECAD}"/>
              </a:ext>
            </a:extLst>
          </p:cNvPr>
          <p:cNvSpPr/>
          <p:nvPr/>
        </p:nvSpPr>
        <p:spPr>
          <a:xfrm>
            <a:off x="5613400" y="4391367"/>
            <a:ext cx="3530600" cy="2390433"/>
          </a:xfrm>
          <a:prstGeom prst="cloudCallout">
            <a:avLst>
              <a:gd name="adj1" fmla="val -72685"/>
              <a:gd name="adj2" fmla="val 3494"/>
            </a:avLst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Now you can run the previous command to add /del files check status and commit </a:t>
            </a:r>
          </a:p>
          <a:p>
            <a:pPr algn="ctr"/>
            <a:r>
              <a:rPr lang="en-US" dirty="0">
                <a:solidFill>
                  <a:srgbClr val="FFFF00"/>
                </a:solidFill>
              </a:rPr>
              <a:t>like(pg:06)</a:t>
            </a:r>
          </a:p>
        </p:txBody>
      </p:sp>
    </p:spTree>
    <p:extLst>
      <p:ext uri="{BB962C8B-B14F-4D97-AF65-F5344CB8AC3E}">
        <p14:creationId xmlns:p14="http://schemas.microsoft.com/office/powerpoint/2010/main" val="1237761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395986"/>
            <a:ext cx="186943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</a:t>
            </a:r>
            <a:r>
              <a:rPr spc="-5" dirty="0"/>
              <a:t>UMMARY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7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dirty="0"/>
              <a:t>Git</a:t>
            </a:r>
            <a:r>
              <a:rPr spc="-5" dirty="0"/>
              <a:t> </a:t>
            </a:r>
            <a:r>
              <a:rPr dirty="0"/>
              <a:t>provides</a:t>
            </a:r>
            <a:r>
              <a:rPr spc="5" dirty="0"/>
              <a:t> </a:t>
            </a:r>
            <a:r>
              <a:rPr dirty="0"/>
              <a:t>commands</a:t>
            </a:r>
            <a:r>
              <a:rPr spc="-30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spc="-5" dirty="0"/>
              <a:t>enable</a:t>
            </a:r>
            <a:r>
              <a:rPr spc="20" dirty="0"/>
              <a:t> </a:t>
            </a:r>
            <a:r>
              <a:rPr spc="-5" dirty="0"/>
              <a:t>creating</a:t>
            </a:r>
            <a:r>
              <a:rPr spc="15" dirty="0"/>
              <a:t> </a:t>
            </a:r>
            <a:r>
              <a:rPr spc="-5" dirty="0"/>
              <a:t>and </a:t>
            </a:r>
            <a:r>
              <a:rPr dirty="0"/>
              <a:t>cloning</a:t>
            </a:r>
            <a:r>
              <a:rPr spc="-1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a</a:t>
            </a: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dirty="0"/>
              <a:t>Git</a:t>
            </a:r>
            <a:r>
              <a:rPr spc="-35" dirty="0"/>
              <a:t> </a:t>
            </a:r>
            <a:r>
              <a:rPr spc="-5" dirty="0"/>
              <a:t>repository.</a:t>
            </a:r>
          </a:p>
          <a:p>
            <a:pPr marL="299085" marR="23939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spc="-5" dirty="0"/>
              <a:t>It</a:t>
            </a:r>
            <a:r>
              <a:rPr spc="-10" dirty="0"/>
              <a:t> </a:t>
            </a:r>
            <a:r>
              <a:rPr spc="-5" dirty="0"/>
              <a:t>is</a:t>
            </a:r>
            <a:r>
              <a:rPr dirty="0"/>
              <a:t> </a:t>
            </a:r>
            <a:r>
              <a:rPr spc="-5" dirty="0"/>
              <a:t>easy</a:t>
            </a:r>
            <a:r>
              <a:rPr spc="10" dirty="0"/>
              <a:t> </a:t>
            </a:r>
            <a:r>
              <a:rPr spc="-5" dirty="0"/>
              <a:t>to</a:t>
            </a:r>
            <a:r>
              <a:rPr spc="-20" dirty="0"/>
              <a:t> </a:t>
            </a:r>
            <a:r>
              <a:rPr spc="-5" dirty="0"/>
              <a:t>create</a:t>
            </a:r>
            <a:r>
              <a:rPr spc="10" dirty="0"/>
              <a:t> </a:t>
            </a:r>
            <a:r>
              <a:rPr spc="-5" dirty="0"/>
              <a:t>and</a:t>
            </a:r>
            <a:r>
              <a:rPr spc="5" dirty="0"/>
              <a:t> </a:t>
            </a:r>
            <a:r>
              <a:rPr spc="-5" dirty="0"/>
              <a:t>set</a:t>
            </a:r>
            <a:r>
              <a:rPr spc="25" dirty="0"/>
              <a:t> </a:t>
            </a:r>
            <a:r>
              <a:rPr spc="-5" dirty="0"/>
              <a:t>up</a:t>
            </a:r>
            <a:r>
              <a:rPr spc="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Project</a:t>
            </a:r>
            <a:r>
              <a:rPr spc="-5" dirty="0"/>
              <a:t> folder with</a:t>
            </a:r>
            <a:r>
              <a:rPr spc="-15" dirty="0"/>
              <a:t> </a:t>
            </a:r>
            <a:r>
              <a:rPr dirty="0"/>
              <a:t>Git </a:t>
            </a:r>
            <a:r>
              <a:rPr spc="-580" dirty="0"/>
              <a:t> </a:t>
            </a:r>
            <a:r>
              <a:rPr spc="-5" dirty="0"/>
              <a:t>repository</a:t>
            </a: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dirty="0"/>
              <a:t>You</a:t>
            </a:r>
            <a:r>
              <a:rPr spc="-20" dirty="0"/>
              <a:t> </a:t>
            </a:r>
            <a:r>
              <a:rPr dirty="0"/>
              <a:t>can</a:t>
            </a:r>
            <a:r>
              <a:rPr spc="-5" dirty="0"/>
              <a:t> add </a:t>
            </a:r>
            <a:r>
              <a:rPr dirty="0"/>
              <a:t>Git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5" dirty="0"/>
              <a:t>an</a:t>
            </a:r>
            <a:r>
              <a:rPr dirty="0"/>
              <a:t> existing</a:t>
            </a:r>
            <a:r>
              <a:rPr spc="-10" dirty="0"/>
              <a:t> </a:t>
            </a:r>
            <a:r>
              <a:rPr dirty="0"/>
              <a:t>folder</a:t>
            </a: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dirty="0"/>
              <a:t>Git</a:t>
            </a:r>
            <a:r>
              <a:rPr spc="-15" dirty="0"/>
              <a:t> </a:t>
            </a:r>
            <a:r>
              <a:rPr dirty="0"/>
              <a:t>configuration</a:t>
            </a:r>
            <a:r>
              <a:rPr spc="-35" dirty="0"/>
              <a:t> </a:t>
            </a:r>
            <a:r>
              <a:rPr dirty="0"/>
              <a:t>can</a:t>
            </a:r>
            <a:r>
              <a:rPr spc="-10" dirty="0"/>
              <a:t> </a:t>
            </a:r>
            <a:r>
              <a:rPr spc="-5" dirty="0"/>
              <a:t>be</a:t>
            </a:r>
            <a:r>
              <a:rPr dirty="0"/>
              <a:t> customized</a:t>
            </a:r>
            <a:r>
              <a:rPr spc="-30" dirty="0"/>
              <a:t> </a:t>
            </a:r>
            <a:r>
              <a:rPr spc="-5" dirty="0"/>
              <a:t>at</a:t>
            </a:r>
            <a:r>
              <a:rPr spc="-10" dirty="0"/>
              <a:t> </a:t>
            </a:r>
            <a:r>
              <a:rPr spc="-5" dirty="0"/>
              <a:t>various</a:t>
            </a:r>
            <a:r>
              <a:rPr spc="20" dirty="0"/>
              <a:t> </a:t>
            </a:r>
            <a:r>
              <a:rPr spc="-5" dirty="0"/>
              <a:t>levels</a:t>
            </a:r>
          </a:p>
          <a:p>
            <a:pPr marL="299085" marR="68453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dirty="0"/>
              <a:t>Git clone command </a:t>
            </a:r>
            <a:r>
              <a:rPr spc="-5" dirty="0"/>
              <a:t>enables </a:t>
            </a:r>
            <a:r>
              <a:rPr dirty="0"/>
              <a:t>you </a:t>
            </a:r>
            <a:r>
              <a:rPr spc="-5" dirty="0"/>
              <a:t>to create </a:t>
            </a:r>
            <a:r>
              <a:rPr dirty="0"/>
              <a:t>a copy of a </a:t>
            </a:r>
            <a:r>
              <a:rPr spc="-585" dirty="0"/>
              <a:t> </a:t>
            </a:r>
            <a:r>
              <a:rPr spc="-5" dirty="0"/>
              <a:t>repository</a:t>
            </a:r>
          </a:p>
          <a:p>
            <a:pPr marL="2990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299720" algn="l"/>
              </a:tabLst>
            </a:pPr>
            <a:r>
              <a:rPr dirty="0"/>
              <a:t>The</a:t>
            </a:r>
            <a:r>
              <a:rPr spc="-15" dirty="0"/>
              <a:t> </a:t>
            </a:r>
            <a:r>
              <a:rPr dirty="0"/>
              <a:t>process</a:t>
            </a:r>
            <a:r>
              <a:rPr spc="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committing</a:t>
            </a:r>
            <a:r>
              <a:rPr spc="-40" dirty="0"/>
              <a:t> </a:t>
            </a:r>
            <a:r>
              <a:rPr spc="-5" dirty="0"/>
              <a:t>changes</a:t>
            </a:r>
            <a:r>
              <a:rPr dirty="0"/>
              <a:t> in</a:t>
            </a:r>
            <a:r>
              <a:rPr spc="5" dirty="0"/>
              <a:t> </a:t>
            </a:r>
            <a:r>
              <a:rPr dirty="0"/>
              <a:t>Git</a:t>
            </a:r>
            <a:r>
              <a:rPr spc="-10" dirty="0"/>
              <a:t> </a:t>
            </a:r>
            <a:r>
              <a:rPr dirty="0"/>
              <a:t>is like</a:t>
            </a:r>
            <a:r>
              <a:rPr spc="-15" dirty="0"/>
              <a:t> </a:t>
            </a:r>
            <a:r>
              <a:rPr spc="-5" dirty="0"/>
              <a:t>saving</a:t>
            </a: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pc="-5" dirty="0"/>
              <a:t>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</TotalTime>
  <Words>479</Words>
  <Application>Microsoft Office PowerPoint</Application>
  <PresentationFormat>On-screen Show (4:3)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MT</vt:lpstr>
      <vt:lpstr>Calibri</vt:lpstr>
      <vt:lpstr>Cambria</vt:lpstr>
      <vt:lpstr>Comic Sans MS</vt:lpstr>
      <vt:lpstr>Menlo</vt:lpstr>
      <vt:lpstr>Office Theme</vt:lpstr>
      <vt:lpstr>PowerPoint Presentation</vt:lpstr>
      <vt:lpstr>Stages</vt:lpstr>
      <vt:lpstr>GETTING A GIT REPOSITORY</vt:lpstr>
      <vt:lpstr>SETTING UP THE PROJECT FOLDER 1-3</vt:lpstr>
      <vt:lpstr>SETTING UP THE PROJECT FOLDER 2-3</vt:lpstr>
      <vt:lpstr>SETTING UP THE PROJECT FOLDER 3-3</vt:lpstr>
      <vt:lpstr>Git Commands </vt:lpstr>
      <vt:lpstr>Git Commands for showing changes made </vt:lpstr>
      <vt:lpstr>GIT CLONE</vt:lpstr>
      <vt:lpstr>Command to clone other website to your local server</vt:lpstr>
      <vt:lpstr>“ls” command to check list of folders in current directory</vt:lpstr>
      <vt:lpstr>“ls” command to check list of folders in current directory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Warda Jawed</cp:lastModifiedBy>
  <cp:revision>16</cp:revision>
  <dcterms:created xsi:type="dcterms:W3CDTF">2023-08-18T03:59:09Z</dcterms:created>
  <dcterms:modified xsi:type="dcterms:W3CDTF">2023-08-21T09:09:59Z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2023-08-18T00:00:00Z</vt:filetime>
  </property>
</Properties>
</file>