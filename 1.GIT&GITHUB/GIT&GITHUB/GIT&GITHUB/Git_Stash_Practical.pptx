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0577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13542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8255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62106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3298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46567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28357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13298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3406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6487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4474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BCAD085-E8A6-8845-BD4E-CB4CCA059FC4}" type="datetimeFigureOut">
              <a:rPr lang="en-US" smtClean="0"/>
              <a:t>11/4/2025</a:t>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1FF6DA9-008F-8B48-92A6-B652298478BF}"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8804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Git Stash Practical for Students</a:t>
            </a:r>
          </a:p>
        </p:txBody>
      </p:sp>
      <p:sp>
        <p:nvSpPr>
          <p:cNvPr id="3" name="Content Placeholder 2"/>
          <p:cNvSpPr>
            <a:spLocks noGrp="1"/>
          </p:cNvSpPr>
          <p:nvPr>
            <p:ph idx="1"/>
          </p:nvPr>
        </p:nvSpPr>
        <p:spPr/>
        <p:txBody>
          <a:bodyPr/>
          <a:lstStyle/>
          <a:p>
            <a:r>
              <a:t>Objective: Learn how to temporarily save uncommitted changes using git stash, and restore them later.</a:t>
            </a:r>
          </a:p>
          <a:p>
            <a:endParaRPr/>
          </a:p>
          <a:p>
            <a:r>
              <a:t>Git stash allows you to save your uncommitted changes temporarily and clean your working directory so that you can switch branches or perform updates without losing progress.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Concept Summary</a:t>
            </a:r>
          </a:p>
        </p:txBody>
      </p:sp>
      <p:sp>
        <p:nvSpPr>
          <p:cNvPr id="3" name="Content Placeholder 2"/>
          <p:cNvSpPr>
            <a:spLocks noGrp="1"/>
          </p:cNvSpPr>
          <p:nvPr>
            <p:ph idx="1"/>
          </p:nvPr>
        </p:nvSpPr>
        <p:spPr/>
        <p:txBody>
          <a:bodyPr/>
          <a:lstStyle/>
          <a:p>
            <a:r>
              <a:t>Sometimes you are working on something and need to switch branches or pull the latest changes. However, your work isn’t ready to commit. Git stash helps by saving your uncommitted work temporarily, allowing you to return later and continue from where you left off.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1: Create or Open a Git Repository</a:t>
            </a:r>
          </a:p>
        </p:txBody>
      </p:sp>
      <p:sp>
        <p:nvSpPr>
          <p:cNvPr id="3" name="Content Placeholder 2"/>
          <p:cNvSpPr>
            <a:spLocks noGrp="1"/>
          </p:cNvSpPr>
          <p:nvPr>
            <p:ph idx="1"/>
          </p:nvPr>
        </p:nvSpPr>
        <p:spPr/>
        <p:txBody>
          <a:bodyPr/>
          <a:lstStyle/>
          <a:p>
            <a:r>
              <a:t>Commands:</a:t>
            </a:r>
          </a:p>
          <a:p>
            <a:r>
              <a:t>git init git_stash_demo</a:t>
            </a:r>
          </a:p>
          <a:p>
            <a:r>
              <a:t>cd git_stash_demo</a:t>
            </a:r>
          </a:p>
          <a:p>
            <a:endParaRPr/>
          </a:p>
          <a:p>
            <a:r>
              <a:t>This initializes a new Git repository named 'git_stash_demo' and navigates into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2: Create a Sample File and Commit It</a:t>
            </a:r>
          </a:p>
        </p:txBody>
      </p:sp>
      <p:sp>
        <p:nvSpPr>
          <p:cNvPr id="3" name="Content Placeholder 2"/>
          <p:cNvSpPr>
            <a:spLocks noGrp="1"/>
          </p:cNvSpPr>
          <p:nvPr>
            <p:ph idx="1"/>
          </p:nvPr>
        </p:nvSpPr>
        <p:spPr/>
        <p:txBody>
          <a:bodyPr/>
          <a:lstStyle/>
          <a:p>
            <a:r>
              <a:t>Commands:</a:t>
            </a:r>
          </a:p>
          <a:p>
            <a:r>
              <a:t>echo '&lt;h1&gt;Home Page&lt;/h1&gt;' &gt; index.html</a:t>
            </a:r>
          </a:p>
          <a:p>
            <a:r>
              <a:t>git add .</a:t>
            </a:r>
          </a:p>
          <a:p>
            <a:r>
              <a:t>git commit -m 'Initial commit with index.html'</a:t>
            </a:r>
          </a:p>
          <a:p>
            <a:endParaRPr/>
          </a:p>
          <a:p>
            <a:r>
              <a:t>This creates a sample HTML file and commits it as the initial version.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3: Make Some New Changes (Uncommitted)</a:t>
            </a:r>
          </a:p>
        </p:txBody>
      </p:sp>
      <p:sp>
        <p:nvSpPr>
          <p:cNvPr id="3" name="Content Placeholder 2"/>
          <p:cNvSpPr>
            <a:spLocks noGrp="1"/>
          </p:cNvSpPr>
          <p:nvPr>
            <p:ph idx="1"/>
          </p:nvPr>
        </p:nvSpPr>
        <p:spPr/>
        <p:txBody>
          <a:bodyPr/>
          <a:lstStyle/>
          <a:p>
            <a:r>
              <a:t>Commands:</a:t>
            </a:r>
          </a:p>
          <a:p>
            <a:r>
              <a:t>echo '&lt;p&gt;Welcome to my website!&lt;/p&gt;' &gt;&gt; index.html</a:t>
            </a:r>
          </a:p>
          <a:p>
            <a:r>
              <a:t>git status</a:t>
            </a:r>
          </a:p>
          <a:p>
            <a:endParaRPr/>
          </a:p>
          <a:p>
            <a:r>
              <a:t>You will see: modified: index.html</a:t>
            </a:r>
          </a:p>
          <a:p>
            <a:endParaRPr/>
          </a:p>
          <a:p>
            <a:r>
              <a:t>These are uncommitted changes that can be stashed.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4: Stash Your Changes</a:t>
            </a:r>
          </a:p>
        </p:txBody>
      </p:sp>
      <p:sp>
        <p:nvSpPr>
          <p:cNvPr id="3" name="Content Placeholder 2"/>
          <p:cNvSpPr>
            <a:spLocks noGrp="1"/>
          </p:cNvSpPr>
          <p:nvPr>
            <p:ph idx="1"/>
          </p:nvPr>
        </p:nvSpPr>
        <p:spPr/>
        <p:txBody>
          <a:bodyPr/>
          <a:lstStyle/>
          <a:p>
            <a:r>
              <a:t>Commands:</a:t>
            </a:r>
          </a:p>
          <a:p>
            <a:r>
              <a:t>git stash push -m 'Half done homepage content'</a:t>
            </a:r>
          </a:p>
          <a:p>
            <a:r>
              <a:t>git status</a:t>
            </a:r>
          </a:p>
          <a:p>
            <a:endParaRPr/>
          </a:p>
          <a:p>
            <a:r>
              <a:t>Output: Saved working directory and index state WIP on main: Half done homepage content</a:t>
            </a:r>
          </a:p>
          <a:p>
            <a:r>
              <a:t>Now your working directory is clean, and your changes are safely stored.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5: View the List of Stashes</a:t>
            </a:r>
          </a:p>
        </p:txBody>
      </p:sp>
      <p:sp>
        <p:nvSpPr>
          <p:cNvPr id="3" name="Content Placeholder 2"/>
          <p:cNvSpPr>
            <a:spLocks noGrp="1"/>
          </p:cNvSpPr>
          <p:nvPr>
            <p:ph idx="1"/>
          </p:nvPr>
        </p:nvSpPr>
        <p:spPr/>
        <p:txBody>
          <a:bodyPr/>
          <a:lstStyle/>
          <a:p>
            <a:r>
              <a:t>Commands:</a:t>
            </a:r>
          </a:p>
          <a:p>
            <a:r>
              <a:t>git stash list</a:t>
            </a:r>
          </a:p>
          <a:p>
            <a:endParaRPr/>
          </a:p>
          <a:p>
            <a:r>
              <a:t>Output Example:</a:t>
            </a:r>
          </a:p>
          <a:p>
            <a:r>
              <a:t>stash@{0}: On main: Half done homepage content</a:t>
            </a:r>
          </a:p>
          <a:p>
            <a:endParaRPr/>
          </a:p>
          <a:p>
            <a:r>
              <a:t>This shows the list of saved stashes.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6: Apply Your Stashed Changes</a:t>
            </a:r>
          </a:p>
        </p:txBody>
      </p:sp>
      <p:sp>
        <p:nvSpPr>
          <p:cNvPr id="3" name="Content Placeholder 2"/>
          <p:cNvSpPr>
            <a:spLocks noGrp="1"/>
          </p:cNvSpPr>
          <p:nvPr>
            <p:ph idx="1"/>
          </p:nvPr>
        </p:nvSpPr>
        <p:spPr/>
        <p:txBody>
          <a:bodyPr/>
          <a:lstStyle/>
          <a:p>
            <a:r>
              <a:t>Commands:</a:t>
            </a:r>
          </a:p>
          <a:p>
            <a:r>
              <a:t>git stash apply</a:t>
            </a:r>
          </a:p>
          <a:p>
            <a:r>
              <a:t>git status</a:t>
            </a:r>
          </a:p>
          <a:p>
            <a:endParaRPr/>
          </a:p>
          <a:p>
            <a:r>
              <a:t>Output: modified: index.html</a:t>
            </a:r>
          </a:p>
          <a:p>
            <a:endParaRPr/>
          </a:p>
          <a:p>
            <a:r>
              <a:t>Your stashed changes are restored in your working directory.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7: Remove the Stash</a:t>
            </a:r>
          </a:p>
        </p:txBody>
      </p:sp>
      <p:sp>
        <p:nvSpPr>
          <p:cNvPr id="3" name="Content Placeholder 2"/>
          <p:cNvSpPr>
            <a:spLocks noGrp="1"/>
          </p:cNvSpPr>
          <p:nvPr>
            <p:ph idx="1"/>
          </p:nvPr>
        </p:nvSpPr>
        <p:spPr/>
        <p:txBody>
          <a:bodyPr/>
          <a:lstStyle/>
          <a:p>
            <a:r>
              <a:t>Commands:</a:t>
            </a:r>
          </a:p>
          <a:p>
            <a:r>
              <a:t>git stash drop</a:t>
            </a:r>
          </a:p>
          <a:p>
            <a:r>
              <a:t>git stash list</a:t>
            </a:r>
          </a:p>
          <a:p>
            <a:endParaRPr/>
          </a:p>
          <a:p>
            <a:r>
              <a:t>Output: No stash entries found.</a:t>
            </a:r>
          </a:p>
          <a:p>
            <a:endParaRPr/>
          </a:p>
          <a:p>
            <a:r>
              <a:t>This deletes the stash after applying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8: Stash and Apply in One Step (Optional)</a:t>
            </a:r>
          </a:p>
        </p:txBody>
      </p:sp>
      <p:sp>
        <p:nvSpPr>
          <p:cNvPr id="3" name="Content Placeholder 2"/>
          <p:cNvSpPr>
            <a:spLocks noGrp="1"/>
          </p:cNvSpPr>
          <p:nvPr>
            <p:ph idx="1"/>
          </p:nvPr>
        </p:nvSpPr>
        <p:spPr/>
        <p:txBody>
          <a:bodyPr/>
          <a:lstStyle/>
          <a:p>
            <a:r>
              <a:t>Commands:</a:t>
            </a:r>
          </a:p>
          <a:p>
            <a:r>
              <a:t>git stash pop</a:t>
            </a:r>
          </a:p>
          <a:p>
            <a:endParaRPr/>
          </a:p>
          <a:p>
            <a:r>
              <a:t>This applies the stash and deletes it automatically. It is a quick way to restore your work.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Expected Learning Outcomes</a:t>
            </a:r>
          </a:p>
        </p:txBody>
      </p:sp>
      <p:sp>
        <p:nvSpPr>
          <p:cNvPr id="3" name="Content Placeholder 2"/>
          <p:cNvSpPr>
            <a:spLocks noGrp="1"/>
          </p:cNvSpPr>
          <p:nvPr>
            <p:ph idx="1"/>
          </p:nvPr>
        </p:nvSpPr>
        <p:spPr/>
        <p:txBody>
          <a:bodyPr/>
          <a:lstStyle/>
          <a:p>
            <a:r>
              <a:t>After this practical, students should be able to:</a:t>
            </a:r>
          </a:p>
          <a:p>
            <a:r>
              <a:t>1. Save uncommitted changes using git stash</a:t>
            </a:r>
          </a:p>
          <a:p>
            <a:r>
              <a:t>2. View and restore stashed work</a:t>
            </a:r>
          </a:p>
          <a:p>
            <a:r>
              <a:t>3. Clean up stash entries after use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Quick Recap of Commands</a:t>
            </a:r>
          </a:p>
        </p:txBody>
      </p:sp>
      <p:sp>
        <p:nvSpPr>
          <p:cNvPr id="3" name="Content Placeholder 2"/>
          <p:cNvSpPr>
            <a:spLocks noGrp="1"/>
          </p:cNvSpPr>
          <p:nvPr>
            <p:ph idx="1"/>
          </p:nvPr>
        </p:nvSpPr>
        <p:spPr/>
        <p:txBody>
          <a:bodyPr/>
          <a:lstStyle/>
          <a:p>
            <a:r>
              <a:t>git stash push -m 'msg' → Save (stash) your current work</a:t>
            </a:r>
          </a:p>
          <a:p>
            <a:r>
              <a:t>git stash list → Show all saved stashes</a:t>
            </a:r>
          </a:p>
          <a:p>
            <a:r>
              <a:t>git stash apply → Restore the most recent stash</a:t>
            </a:r>
          </a:p>
          <a:p>
            <a:r>
              <a:t>git stash pop → Restore and remove the stash</a:t>
            </a:r>
          </a:p>
          <a:p>
            <a:r>
              <a:t>git stash drop → Delete a stash manually</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TotalTime>
  <Words>514</Words>
  <Application>Microsoft Office PowerPoint</Application>
  <PresentationFormat>On-screen Show (4:3)</PresentationFormat>
  <Paragraphs>74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Tw Cen MT</vt:lpstr>
      <vt:lpstr>Tw Cen MT Condensed</vt:lpstr>
      <vt:lpstr>Wingdings 3</vt:lpstr>
      <vt:lpstr>Integral</vt:lpstr>
      <vt:lpstr>Git Stash Practical for Students</vt:lpstr>
      <vt:lpstr>Concept Summary</vt:lpstr>
      <vt:lpstr>Step 1: Create or Open a Git Repository</vt:lpstr>
      <vt:lpstr>Step 2: Create a Sample File and Commit It</vt:lpstr>
      <vt:lpstr>Step 3: Make Some New Changes (Uncommitted)</vt:lpstr>
      <vt:lpstr>Step 4: Stash Your Changes</vt:lpstr>
      <vt:lpstr>Step 5: View the List of Stashes</vt:lpstr>
      <vt:lpstr>Step 6: Apply Your Stashed Changes</vt:lpstr>
      <vt:lpstr>Step 7: Remove the Stash</vt:lpstr>
      <vt:lpstr>Step 8: Stash and Apply in One Step (Optional)</vt:lpstr>
      <vt:lpstr>Expected Learning Outcomes</vt:lpstr>
      <vt:lpstr>Quick Recap of Commands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Stash Practical for Students</dc:title>
  <dc:subject/>
  <dc:creator/>
  <cp:keywords/>
  <dc:description>generated using python-pptx</dc:description>
  <cp:lastModifiedBy>sukaina batool</cp:lastModifiedBy>
  <cp:revision>2</cp:revision>
  <dcterms:created xsi:type="dcterms:W3CDTF">2013-01-27T09:14:16Z</dcterms:created>
  <dcterms:modified xsi:type="dcterms:W3CDTF">2025-11-04T11:22:03Z</dcterms:modified>
  <cp:category/>
</cp:coreProperties>
</file>