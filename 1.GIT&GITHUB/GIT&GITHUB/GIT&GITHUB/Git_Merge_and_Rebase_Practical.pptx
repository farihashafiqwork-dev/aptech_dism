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8502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299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1788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021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014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302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926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612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652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326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1360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913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Git Merge and Rebase Practical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Step-by-Step Guide for Students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Understand Git Merge and Rebase concepts</a:t>
            </a:r>
          </a:p>
          <a:p>
            <a:r>
              <a:t>• Perform both operations using commands</a:t>
            </a:r>
          </a:p>
          <a:p>
            <a:r>
              <a:t>• Compare their outcomes and usage</a:t>
            </a:r>
          </a:p>
          <a:p>
            <a:r>
              <a:t>• Visualize branch management in Git</a:t>
            </a:r>
          </a:p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Git installed on your system</a:t>
            </a:r>
          </a:p>
          <a:p>
            <a:r>
              <a:t>• GitHub account created</a:t>
            </a:r>
          </a:p>
          <a:p>
            <a:r>
              <a:t>• Code editor (VS Code recommended)</a:t>
            </a:r>
          </a:p>
          <a:p>
            <a:r>
              <a:t>• A Git repository (example: git_practice)</a:t>
            </a:r>
          </a:p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1: Git Merge Practical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endParaRPr lang="en-US" dirty="0"/>
          </a:p>
          <a:p>
            <a:r>
              <a:rPr lang="en-US" dirty="0"/>
              <a:t>1. Clone repository:</a:t>
            </a:r>
          </a:p>
          <a:p>
            <a:r>
              <a:rPr lang="en-US" dirty="0"/>
              <a:t>   git clone https://github.com/username/git_practice.git</a:t>
            </a:r>
          </a:p>
          <a:p>
            <a:r>
              <a:rPr lang="en-US" dirty="0"/>
              <a:t>2. Move into folder:</a:t>
            </a:r>
          </a:p>
          <a:p>
            <a:r>
              <a:rPr lang="en-US" dirty="0"/>
              <a:t>   cd </a:t>
            </a:r>
            <a:r>
              <a:rPr lang="en-US" dirty="0" err="1"/>
              <a:t>git_practice</a:t>
            </a:r>
            <a:endParaRPr lang="en-US" dirty="0"/>
          </a:p>
          <a:p>
            <a:r>
              <a:rPr lang="en-US" dirty="0"/>
              <a:t>3. Create and switch to new branch:</a:t>
            </a:r>
          </a:p>
          <a:p>
            <a:r>
              <a:rPr lang="en-US" dirty="0"/>
              <a:t>   git checkout -b feature</a:t>
            </a:r>
          </a:p>
          <a:p>
            <a:r>
              <a:rPr lang="en-US" dirty="0"/>
              <a:t>4. Add a new file and commit:</a:t>
            </a:r>
          </a:p>
          <a:p>
            <a:r>
              <a:rPr lang="en-US" dirty="0"/>
              <a:t>   echo "Feature file" &gt; feature.txt</a:t>
            </a:r>
          </a:p>
          <a:p>
            <a:r>
              <a:rPr lang="en-US" dirty="0"/>
              <a:t>   git add .</a:t>
            </a:r>
          </a:p>
          <a:p>
            <a:r>
              <a:rPr lang="en-US" dirty="0"/>
              <a:t>   git commit -m "Added feature.txt"</a:t>
            </a:r>
          </a:p>
          <a:p>
            <a:r>
              <a:rPr lang="en-US" dirty="0"/>
              <a:t>5. Switch to main branch:</a:t>
            </a:r>
          </a:p>
          <a:p>
            <a:r>
              <a:rPr lang="en-US" dirty="0"/>
              <a:t>   git checkout main</a:t>
            </a:r>
          </a:p>
          <a:p>
            <a:r>
              <a:rPr lang="en-US" dirty="0"/>
              <a:t>6. Merge feature branch:</a:t>
            </a:r>
          </a:p>
          <a:p>
            <a:r>
              <a:rPr lang="en-US" dirty="0"/>
              <a:t>   git merge feature</a:t>
            </a:r>
          </a:p>
          <a:p>
            <a:r>
              <a:rPr lang="en-US" dirty="0"/>
              <a:t>7. Push to GitHub:</a:t>
            </a:r>
          </a:p>
          <a:p>
            <a:r>
              <a:rPr lang="en-US" dirty="0"/>
              <a:t>   git push origin main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 After Merge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The feature branch changes are combined into the main branch.</a:t>
            </a:r>
          </a:p>
          <a:p>
            <a:r>
              <a:t>• Merge creates a new commit in main branch.</a:t>
            </a:r>
          </a:p>
          <a:p>
            <a:r>
              <a:t>• Use command:</a:t>
            </a:r>
          </a:p>
          <a:p>
            <a:r>
              <a:t>   git log --oneline --graph --all</a:t>
            </a:r>
          </a:p>
          <a:p>
            <a:r>
              <a:t>  to view merge history visually.</a:t>
            </a:r>
          </a:p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2: Git Rebase Practical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  <a:p>
            <a:r>
              <a:t>1. Create new branch:</a:t>
            </a:r>
          </a:p>
          <a:p>
            <a:r>
              <a:t>   git checkout -b update</a:t>
            </a:r>
          </a:p>
          <a:p>
            <a:r>
              <a:t>2. Add file and commit:</a:t>
            </a:r>
          </a:p>
          <a:p>
            <a:r>
              <a:t>   echo "Update file" &gt; update.txt</a:t>
            </a:r>
          </a:p>
          <a:p>
            <a:r>
              <a:t>   git add .</a:t>
            </a:r>
          </a:p>
          <a:p>
            <a:r>
              <a:t>   git commit -m "Added update.txt"</a:t>
            </a:r>
          </a:p>
          <a:p>
            <a:r>
              <a:t>3. Switch to main and add another commit:</a:t>
            </a:r>
          </a:p>
          <a:p>
            <a:r>
              <a:t>   git checkout main</a:t>
            </a:r>
          </a:p>
          <a:p>
            <a:r>
              <a:t>   echo "Main change" &gt; main.txt</a:t>
            </a:r>
          </a:p>
          <a:p>
            <a:r>
              <a:t>   git add .</a:t>
            </a:r>
          </a:p>
          <a:p>
            <a:r>
              <a:t>   git commit -m "Added main.txt"</a:t>
            </a:r>
          </a:p>
          <a:p>
            <a:r>
              <a:t>4. Switch back to update branch:</a:t>
            </a:r>
          </a:p>
          <a:p>
            <a:r>
              <a:t>   git checkout update</a:t>
            </a:r>
          </a:p>
          <a:p>
            <a:r>
              <a:t>5. Rebase update branch on top of main:</a:t>
            </a:r>
          </a:p>
          <a:p>
            <a:r>
              <a:t>   git rebase main</a:t>
            </a:r>
          </a:p>
          <a:p>
            <a:r>
              <a:t>6. Push with force:</a:t>
            </a:r>
          </a:p>
          <a:p>
            <a:r>
              <a:t>   git push origin update --force</a:t>
            </a:r>
          </a:p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 After Rebase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The update branch commits are applied on top of main branch commits.</a:t>
            </a:r>
          </a:p>
          <a:p>
            <a:r>
              <a:t>• History becomes clean and linear.</a:t>
            </a:r>
          </a:p>
          <a:p>
            <a:r>
              <a:t>• No merge commit is created.</a:t>
            </a:r>
          </a:p>
          <a:p>
            <a:r>
              <a:t>• Command to view history:</a:t>
            </a:r>
          </a:p>
          <a:p>
            <a:r>
              <a:t>   git log --oneline --graph --all</a:t>
            </a:r>
          </a:p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Merge vs Rebase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| Feature | Merge | Rebase |</a:t>
            </a:r>
          </a:p>
          <a:p>
            <a:r>
              <a:t>|----------|--------|--------|</a:t>
            </a:r>
          </a:p>
          <a:p>
            <a:r>
              <a:t>| History | Keeps all merge commits | Linear clean history |</a:t>
            </a:r>
          </a:p>
          <a:p>
            <a:r>
              <a:t>| Safety | Safe for shared branches | Avoid if shared |</a:t>
            </a:r>
          </a:p>
          <a:p>
            <a:r>
              <a:t>| Conflict Handling | Once | Multiple times |</a:t>
            </a:r>
          </a:p>
          <a:p>
            <a:r>
              <a:t>| Push Type | Normal | Often needs --force |</a:t>
            </a:r>
          </a:p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Check current branch:</a:t>
            </a:r>
          </a:p>
          <a:p>
            <a:r>
              <a:t>   git branch</a:t>
            </a:r>
          </a:p>
          <a:p>
            <a:r>
              <a:t>• Check file list:</a:t>
            </a:r>
          </a:p>
          <a:p>
            <a:r>
              <a:t>   ls</a:t>
            </a:r>
          </a:p>
          <a:p>
            <a:r>
              <a:t>• View commit history:</a:t>
            </a:r>
          </a:p>
          <a:p>
            <a:r>
              <a:t>   git log --oneline</a:t>
            </a:r>
          </a:p>
          <a:p>
            <a:r>
              <a:t>• View graphical history:</a:t>
            </a:r>
          </a:p>
          <a:p>
            <a:r>
              <a:t>   git log --oneline --graph --all</a:t>
            </a:r>
          </a:p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Merge is used to combine branches with full history.</a:t>
            </a:r>
          </a:p>
          <a:p>
            <a:r>
              <a:t>• Rebase re-applies commits to keep history clean.</a:t>
            </a:r>
          </a:p>
          <a:p>
            <a:r>
              <a:t>• Both are essential for collaborative Git workflows.</a:t>
            </a:r>
          </a:p>
          <a:p>
            <a:r>
              <a:t>• Practice regularly to master branch management.</a:t>
            </a:r>
          </a:p>
          <a:p>
            <a:endParaRPr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49</TotalTime>
  <Words>538</Words>
  <Application>Microsoft Office PowerPoint</Application>
  <PresentationFormat>On-screen Show (4:3)</PresentationFormat>
  <Paragraphs>89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Tw Cen MT</vt:lpstr>
      <vt:lpstr>Tw Cen MT Condensed</vt:lpstr>
      <vt:lpstr>Wingdings 3</vt:lpstr>
      <vt:lpstr>Integral</vt:lpstr>
      <vt:lpstr>Git Merge and Rebase Practical</vt:lpstr>
      <vt:lpstr>Objectives</vt:lpstr>
      <vt:lpstr>Prerequisites</vt:lpstr>
      <vt:lpstr>Part 1: Git Merge Practical</vt:lpstr>
      <vt:lpstr>Result After Merge</vt:lpstr>
      <vt:lpstr>Part 2: Git Rebase Practical</vt:lpstr>
      <vt:lpstr>Result After Rebase</vt:lpstr>
      <vt:lpstr>Merge vs Rebase Comparison</vt:lpstr>
      <vt:lpstr>Verification Commands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Merge and Rebase Practical</dc:title>
  <dc:subject/>
  <dc:creator/>
  <cp:keywords/>
  <dc:description>generated using python-pptx</dc:description>
  <cp:lastModifiedBy>sukaina batool</cp:lastModifiedBy>
  <cp:revision>3</cp:revision>
  <dcterms:created xsi:type="dcterms:W3CDTF">2013-01-27T09:14:16Z</dcterms:created>
  <dcterms:modified xsi:type="dcterms:W3CDTF">2025-11-01T11:56:52Z</dcterms:modified>
  <cp:category/>
</cp:coreProperties>
</file>