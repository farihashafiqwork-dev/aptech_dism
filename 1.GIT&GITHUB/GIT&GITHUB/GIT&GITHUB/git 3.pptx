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78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9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32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9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0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5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9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25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5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89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8EE909B-D6F3-410A-B663-E89B7C6723E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8FC613C-0538-427B-820D-606E4242FCE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09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urUsername/YourRepoName.g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477D-466E-41D4-964F-F986581F37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 Initialization and Renaming Branch (Master to Main)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3F326-2528-4B42-AC23-8C1DA19FC7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Distributed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391797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8571-F204-426B-8289-38EB5749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2365-EF96-4D34-AB0F-69FD68487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learn how to check if Git is initialized in a project, initialize it if not, add and commit files, connect to GitHub, and rename the default branch from </a:t>
            </a:r>
            <a:r>
              <a:rPr lang="en-US" b="1" dirty="0"/>
              <a:t>master</a:t>
            </a:r>
            <a:r>
              <a:rPr lang="en-US" dirty="0"/>
              <a:t> to </a:t>
            </a:r>
            <a:r>
              <a:rPr lang="en-US" b="1" dirty="0"/>
              <a:t>main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338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3E51-A8C8-4912-9403-DD557A34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if Git is Initialized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8320F-EEC7-465B-9780-71BB8E442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status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FF9FB-DA40-40E9-A939-B41B4CBDD103}"/>
              </a:ext>
            </a:extLst>
          </p:cNvPr>
          <p:cNvSpPr txBox="1"/>
          <p:nvPr/>
        </p:nvSpPr>
        <p:spPr>
          <a:xfrm>
            <a:off x="1024128" y="2850929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command checks the </a:t>
            </a:r>
            <a:r>
              <a:rPr lang="en-US" b="1" dirty="0"/>
              <a:t>current status</a:t>
            </a:r>
            <a:r>
              <a:rPr lang="en-US" dirty="0"/>
              <a:t> of your Git repository.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Git </a:t>
            </a:r>
            <a:r>
              <a:rPr lang="en-US" b="1" dirty="0"/>
              <a:t>is initialized</a:t>
            </a:r>
            <a:r>
              <a:rPr lang="en-US" dirty="0"/>
              <a:t>, you will see a message like: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AD6F40-0412-4FF9-B61A-DF9F4CCB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31" y="4339188"/>
            <a:ext cx="6619100" cy="8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0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3E51-A8C8-4912-9403-DD557A34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if Git is Initialized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8320F-EEC7-465B-9780-71BB8E442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2286000"/>
            <a:ext cx="10108097" cy="4260574"/>
          </a:xfrm>
        </p:spPr>
        <p:txBody>
          <a:bodyPr/>
          <a:lstStyle/>
          <a:p>
            <a:r>
              <a:rPr lang="en-US" dirty="0"/>
              <a:t>git status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FF9FB-DA40-40E9-A939-B41B4CBDD103}"/>
              </a:ext>
            </a:extLst>
          </p:cNvPr>
          <p:cNvSpPr txBox="1"/>
          <p:nvPr/>
        </p:nvSpPr>
        <p:spPr>
          <a:xfrm>
            <a:off x="1024128" y="2850929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Git </a:t>
            </a:r>
            <a:r>
              <a:rPr lang="en-US" b="1" dirty="0"/>
              <a:t>is not initialized</a:t>
            </a:r>
            <a:r>
              <a:rPr lang="en-US" dirty="0"/>
              <a:t>, it will show: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D09FB-8242-4BCA-9475-0F42DE3AC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37" y="3992048"/>
            <a:ext cx="8687677" cy="848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5C5209-8472-4ED6-AC1D-9C28C189774C}"/>
              </a:ext>
            </a:extLst>
          </p:cNvPr>
          <p:cNvSpPr txBox="1"/>
          <p:nvPr/>
        </p:nvSpPr>
        <p:spPr>
          <a:xfrm>
            <a:off x="636104" y="50186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we do this: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FC3B98-8957-44D2-BC25-061744915589}"/>
              </a:ext>
            </a:extLst>
          </p:cNvPr>
          <p:cNvSpPr txBox="1"/>
          <p:nvPr/>
        </p:nvSpPr>
        <p:spPr>
          <a:xfrm>
            <a:off x="772337" y="55660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confirm whether Git tracking is active in our project folder.</a:t>
            </a:r>
            <a:br>
              <a:rPr lang="en-US" dirty="0"/>
            </a:br>
            <a:r>
              <a:rPr lang="en-US" dirty="0"/>
              <a:t>If it’s not initialized, we must initialize it manually.</a:t>
            </a:r>
          </a:p>
        </p:txBody>
      </p:sp>
    </p:spTree>
    <p:extLst>
      <p:ext uri="{BB962C8B-B14F-4D97-AF65-F5344CB8AC3E}">
        <p14:creationId xmlns:p14="http://schemas.microsoft.com/office/powerpoint/2010/main" val="3440802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CCF2-8AA7-472C-A309-AB57DE52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4F77-5189-4298-ABC0-E6C73B298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286000"/>
            <a:ext cx="9720073" cy="4023360"/>
          </a:xfrm>
        </p:spPr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we do this:</a:t>
            </a:r>
          </a:p>
          <a:p>
            <a:pPr marL="0" indent="0">
              <a:buNone/>
            </a:pPr>
            <a:r>
              <a:rPr lang="en-US" dirty="0"/>
              <a:t>To start </a:t>
            </a:r>
            <a:r>
              <a:rPr lang="en-US" b="1" dirty="0"/>
              <a:t>version control</a:t>
            </a:r>
            <a:r>
              <a:rPr lang="en-US" dirty="0"/>
              <a:t> for your project — meaning Git will begin tracking all file changes.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B6555B-5B6E-43F2-A61A-70980A2E7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7" y="2813447"/>
            <a:ext cx="1070472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command creates a new Git repository inside your current folder.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generates a hidden folder named .git which stores all Git data such as commits, branches, and configuration.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20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193D-116A-4E15-8C01-18D000DE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Files to Git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78DBD-87F0-4D21-9E54-6E275717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249424"/>
            <a:ext cx="9720073" cy="4023360"/>
          </a:xfrm>
        </p:spPr>
        <p:txBody>
          <a:bodyPr/>
          <a:lstStyle/>
          <a:p>
            <a:r>
              <a:rPr lang="en-US" dirty="0"/>
              <a:t>git add .</a:t>
            </a:r>
          </a:p>
          <a:p>
            <a:r>
              <a:rPr lang="en-US" b="1" dirty="0"/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Adds all files in your project folder to the </a:t>
            </a:r>
            <a:r>
              <a:rPr lang="en-US" b="1" dirty="0"/>
              <a:t>staging area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staging area is where you prepare files before saving them permanently in Git’s history.</a:t>
            </a:r>
          </a:p>
          <a:p>
            <a:r>
              <a:rPr lang="en-US" b="1" dirty="0"/>
              <a:t>Why we do this:</a:t>
            </a:r>
          </a:p>
          <a:p>
            <a:r>
              <a:rPr lang="en-US" dirty="0"/>
              <a:t>To tell Git </a:t>
            </a:r>
            <a:r>
              <a:rPr lang="en-US" b="1" dirty="0"/>
              <a:t>which files</a:t>
            </a:r>
            <a:r>
              <a:rPr lang="en-US" dirty="0"/>
              <a:t> we want to include in the next commit.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80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4995-FE3F-4AE1-89E4-979501B3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9E032-25B0-43EA-8050-539C3C68F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365513"/>
            <a:ext cx="9720073" cy="4023360"/>
          </a:xfrm>
        </p:spPr>
        <p:txBody>
          <a:bodyPr/>
          <a:lstStyle/>
          <a:p>
            <a:r>
              <a:rPr lang="en-US" dirty="0"/>
              <a:t>git commit -m "Initial commit”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we do this:</a:t>
            </a:r>
          </a:p>
          <a:p>
            <a:r>
              <a:rPr lang="en-US" dirty="0"/>
              <a:t>Each commit represents a </a:t>
            </a:r>
            <a:r>
              <a:rPr lang="en-US" b="1" dirty="0"/>
              <a:t>save point</a:t>
            </a:r>
            <a:r>
              <a:rPr lang="en-US" dirty="0"/>
              <a:t> or version of your project, which can be restored later if needed.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D3DC396-6E38-458E-8C28-663E05C2C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7" y="2807533"/>
            <a:ext cx="928395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Saves all staged changes into Git’s local database with a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-m flag allows you to write a commit message such as "Initial commit".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125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314E-E300-421E-A34D-515F3206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Remote Repository (GitHub)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D663B-8ED2-4EB4-93B0-0760DCF2D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319" y="2414016"/>
            <a:ext cx="9720073" cy="4023360"/>
          </a:xfrm>
        </p:spPr>
        <p:txBody>
          <a:bodyPr/>
          <a:lstStyle/>
          <a:p>
            <a:r>
              <a:rPr lang="en-US" dirty="0"/>
              <a:t>git remote add origin </a:t>
            </a:r>
            <a:r>
              <a:rPr lang="en-US" dirty="0">
                <a:hlinkClick r:id="rId2"/>
              </a:rPr>
              <a:t>https://github.com/YourUsername/YourRepoName.git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we do this:</a:t>
            </a:r>
          </a:p>
          <a:p>
            <a:r>
              <a:rPr lang="en-US" dirty="0"/>
              <a:t>To upload (push) your local commits to GitHub for </a:t>
            </a:r>
            <a:r>
              <a:rPr lang="en-US" b="1" dirty="0"/>
              <a:t>backup</a:t>
            </a:r>
            <a:r>
              <a:rPr lang="en-US" dirty="0"/>
              <a:t>, </a:t>
            </a:r>
            <a:r>
              <a:rPr lang="en-US" b="1" dirty="0"/>
              <a:t>collaboration</a:t>
            </a:r>
            <a:r>
              <a:rPr lang="en-US" dirty="0"/>
              <a:t>, and </a:t>
            </a:r>
            <a:r>
              <a:rPr lang="en-US" b="1" dirty="0"/>
              <a:t>publishing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C945FA-816A-41F9-B9D1-90D1DDB5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19" y="3013071"/>
            <a:ext cx="676601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Links your local repository to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remote repository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(like GitHub).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origin is the name given to the remote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Replace the URL with your own GitHub repository link.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93293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9554-9DC8-472E-AC6A-73A9D1B1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 Checking Branch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2E99B-0418-45AA-9429-50F0723A1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110" y="2084832"/>
            <a:ext cx="9720073" cy="4023360"/>
          </a:xfrm>
        </p:spPr>
        <p:txBody>
          <a:bodyPr/>
          <a:lstStyle/>
          <a:p>
            <a:r>
              <a:rPr lang="en-US" dirty="0"/>
              <a:t>git branch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we do this:</a:t>
            </a:r>
          </a:p>
          <a:p>
            <a:r>
              <a:rPr lang="en-US" dirty="0"/>
              <a:t>To confirm whether your default branch is named </a:t>
            </a:r>
            <a:r>
              <a:rPr lang="en-US" b="1" dirty="0"/>
              <a:t>master</a:t>
            </a:r>
            <a:r>
              <a:rPr lang="en-US" dirty="0"/>
              <a:t> or </a:t>
            </a:r>
            <a:r>
              <a:rPr lang="en-US" b="1" dirty="0"/>
              <a:t>main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4F362B-E8A3-4551-982C-F481A6AAB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110" y="2538677"/>
            <a:ext cx="97961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Displays all branches in your repository.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active branch is marked with an asterisk *, usually master by default in older Git 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2198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7695-80EF-48D3-90E6-A58DD4007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/>
          <a:lstStyle/>
          <a:p>
            <a:r>
              <a:rPr lang="en-US" dirty="0"/>
              <a:t>git branch -m master main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we do this:</a:t>
            </a:r>
          </a:p>
          <a:p>
            <a:r>
              <a:rPr lang="en-US" dirty="0"/>
              <a:t>GitHub and modern Git setups now use </a:t>
            </a:r>
            <a:r>
              <a:rPr lang="en-US" b="1" dirty="0"/>
              <a:t>main</a:t>
            </a:r>
            <a:r>
              <a:rPr lang="en-US" dirty="0"/>
              <a:t> as the default branch for inclusivity and consistency.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281158-8142-464D-BDF8-900962F3D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24128" y="919528"/>
            <a:ext cx="90718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Renaming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Branch from master to main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17F173A-CCD1-45F2-846D-80AACF6DE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2644167"/>
            <a:ext cx="642554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-m stands for "move" or "rename."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renames your local branch from master → main.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704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E08-32FA-45CE-A8ED-1F50853E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Pushing the New Branch to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78944-691D-43F7-806A-3387178FE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652" y="2043352"/>
            <a:ext cx="9720073" cy="4023360"/>
          </a:xfrm>
        </p:spPr>
        <p:txBody>
          <a:bodyPr/>
          <a:lstStyle/>
          <a:p>
            <a:r>
              <a:rPr lang="en-US" dirty="0"/>
              <a:t>git push -u origin main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425509-0600-491D-93D7-8F4477013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652" y="3164710"/>
            <a:ext cx="1019170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Uploads the newly renamed branch main to your remote GitHub repository.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-u flag sets this branch as the default upstream branch, so future pushes only require git push.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B4CBDD-B747-41AC-A512-905F0FA92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334" y="4345284"/>
            <a:ext cx="835626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we do this: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make your 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branch visible on GitHub and continue development on it.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4088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A2C1-2582-4E25-AB47-FCA422C2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the Old Remote Branch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C6489-05A5-4F33-A040-B8D1CCF8B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62676"/>
            <a:ext cx="9720073" cy="4023360"/>
          </a:xfrm>
        </p:spPr>
        <p:txBody>
          <a:bodyPr/>
          <a:lstStyle/>
          <a:p>
            <a:r>
              <a:rPr lang="en-US" dirty="0"/>
              <a:t>git push origin --delete master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75B543-36DB-4C97-AF95-693C6EC02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2884107"/>
            <a:ext cx="7576818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Deletes the old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master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branch from the remote repository.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5E29ABA-4E4E-438C-8251-8B965B2FF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4099824"/>
            <a:ext cx="98877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we do this: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clean up your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branches and avoid confusion between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master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2231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</TotalTime>
  <Words>617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Tw Cen MT</vt:lpstr>
      <vt:lpstr>Tw Cen MT Condensed</vt:lpstr>
      <vt:lpstr>Wingdings 3</vt:lpstr>
      <vt:lpstr>Integral</vt:lpstr>
      <vt:lpstr>Git Initialization and Renaming Branch (Master to Main)</vt:lpstr>
      <vt:lpstr>Objective:</vt:lpstr>
      <vt:lpstr>Checking if Git is Initialized</vt:lpstr>
      <vt:lpstr>Checking if Git is Initialized</vt:lpstr>
      <vt:lpstr>Initializing Git Repository</vt:lpstr>
      <vt:lpstr>Adding Files to Git Tracking</vt:lpstr>
      <vt:lpstr>Committing Files</vt:lpstr>
      <vt:lpstr>Connecting to Remote Repository (GitHub)</vt:lpstr>
      <vt:lpstr>. Checking Branch Name</vt:lpstr>
      <vt:lpstr>Renaming Branch from master to main </vt:lpstr>
      <vt:lpstr>Pushing the New Branch to GitHub</vt:lpstr>
      <vt:lpstr>Deleting the Old Remote Branch (Optional)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Initialization and Renaming Branch (Master to Main)</dc:title>
  <dc:creator>sukaina batool</dc:creator>
  <cp:lastModifiedBy>sukaina batool</cp:lastModifiedBy>
  <cp:revision>5</cp:revision>
  <dcterms:created xsi:type="dcterms:W3CDTF">2025-10-29T08:56:25Z</dcterms:created>
  <dcterms:modified xsi:type="dcterms:W3CDTF">2025-10-29T09:28:58Z</dcterms:modified>
</cp:coreProperties>
</file>