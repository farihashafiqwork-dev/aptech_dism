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8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7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192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8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36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041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4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6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67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456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63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Branching – Commands and 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Lecture on Git Branching (Concept + Commands + Examples)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understand what branches are in Git, why we use them, and how to create, switch, merge, and delete branches using Git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Branch in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branch is a separate line of development in Git.</a:t>
            </a:r>
          </a:p>
          <a:p>
            <a:r>
              <a:t>It allows you to work on new features or fixes without affecting the main project.</a:t>
            </a:r>
          </a:p>
          <a:p>
            <a:endParaRPr/>
          </a:p>
          <a:p>
            <a:r>
              <a:t>Example:</a:t>
            </a:r>
          </a:p>
          <a:p>
            <a:r>
              <a:t>Main branch = live project code</a:t>
            </a:r>
          </a:p>
          <a:p>
            <a:r>
              <a:t>Feature branch = new feature or bug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Checking Existing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branch</a:t>
            </a:r>
          </a:p>
          <a:p>
            <a:endParaRPr/>
          </a:p>
          <a:p>
            <a:r>
              <a:t>Explanation:</a:t>
            </a:r>
          </a:p>
          <a:p>
            <a:r>
              <a:t> Lists all branches in the local repository. The current branch is marked with *.</a:t>
            </a:r>
          </a:p>
          <a:p>
            <a:endParaRPr/>
          </a:p>
          <a:p>
            <a:r>
              <a:t>Why:</a:t>
            </a:r>
          </a:p>
          <a:p>
            <a:r>
              <a:t> To see existing branches and confirm the active branch.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Creating a New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branch branch_name</a:t>
            </a:r>
          </a:p>
          <a:p>
            <a:r>
              <a:t>Example:</a:t>
            </a:r>
          </a:p>
          <a:p>
            <a:r>
              <a:t> git branch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Creates a new branch from the current branch.</a:t>
            </a:r>
          </a:p>
          <a:p>
            <a:r>
              <a:t>Why:</a:t>
            </a:r>
          </a:p>
          <a:p>
            <a:r>
              <a:t> To start a new feature or bug fix.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Switching Between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checkout branch_name</a:t>
            </a:r>
          </a:p>
          <a:p>
            <a:r>
              <a:t>Example:</a:t>
            </a:r>
          </a:p>
          <a:p>
            <a:r>
              <a:t> git checkout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Switches to the specified branch.</a:t>
            </a:r>
          </a:p>
          <a:p>
            <a:r>
              <a:t>Why:</a:t>
            </a:r>
          </a:p>
          <a:p>
            <a:r>
              <a:t> To work in that branch.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Create and Switch in One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checkout -b branch_name</a:t>
            </a:r>
          </a:p>
          <a:p>
            <a:r>
              <a:t>Example:</a:t>
            </a:r>
          </a:p>
          <a:p>
            <a:r>
              <a:t> git checkout -b feature-navbar</a:t>
            </a:r>
          </a:p>
          <a:p>
            <a:endParaRPr/>
          </a:p>
          <a:p>
            <a:r>
              <a:t>Explanation:</a:t>
            </a:r>
          </a:p>
          <a:p>
            <a:r>
              <a:t> Creates and switches to a new branch in one step.</a:t>
            </a:r>
          </a:p>
          <a:p>
            <a:r>
              <a:t>Why:</a:t>
            </a:r>
          </a:p>
          <a:p>
            <a:r>
              <a:t> Shortcut for new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Merging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Commands:</a:t>
            </a:r>
          </a:p>
          <a:p>
            <a:r>
              <a:t> git checkout main</a:t>
            </a:r>
          </a:p>
          <a:p>
            <a:r>
              <a:t> git merge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Combines changes from one branch into another.</a:t>
            </a:r>
          </a:p>
          <a:p>
            <a:r>
              <a:t>Why:</a:t>
            </a:r>
          </a:p>
          <a:p>
            <a:r>
              <a:t> To integrate new features or fixes.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Deleting a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Command:</a:t>
            </a:r>
          </a:p>
          <a:p>
            <a:r>
              <a:t> git branch -d branch_name</a:t>
            </a:r>
          </a:p>
          <a:p>
            <a:r>
              <a:t>Example:</a:t>
            </a:r>
          </a:p>
          <a:p>
            <a:r>
              <a:t> git branch -d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Deletes a local branch after merging.</a:t>
            </a:r>
          </a:p>
          <a:p>
            <a:r>
              <a:t>Use -D to force delete.</a:t>
            </a:r>
          </a:p>
          <a:p>
            <a:r>
              <a:t>Why:</a:t>
            </a:r>
          </a:p>
          <a:p>
            <a:r>
              <a:t> To clean up unused branches.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Viewing Remote Branches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branch -r</a:t>
            </a:r>
          </a:p>
          <a:p>
            <a:endParaRPr/>
          </a:p>
          <a:p>
            <a:r>
              <a:t>Explanation:</a:t>
            </a:r>
          </a:p>
          <a:p>
            <a:r>
              <a:t> Lists branches that exist on the remote repository.</a:t>
            </a:r>
          </a:p>
          <a:p>
            <a:r>
              <a:t>Why:</a:t>
            </a:r>
          </a:p>
          <a:p>
            <a:r>
              <a:t> To check which branches are online.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Pushing a Branch to Remote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push -u origin branch_name</a:t>
            </a:r>
          </a:p>
          <a:p>
            <a:r>
              <a:t>Example:</a:t>
            </a:r>
          </a:p>
          <a:p>
            <a:r>
              <a:t> git push -u origin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Uploads your local branch to GitHub.</a:t>
            </a:r>
          </a:p>
          <a:p>
            <a:r>
              <a:t>Why:</a:t>
            </a:r>
          </a:p>
          <a:p>
            <a:r>
              <a:t> To share work with others.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Deleting a Remote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push origin --delete branch_name</a:t>
            </a:r>
          </a:p>
          <a:p>
            <a:r>
              <a:t>Example:</a:t>
            </a:r>
          </a:p>
          <a:p>
            <a:r>
              <a:t> git push origin --delete feature-login</a:t>
            </a:r>
          </a:p>
          <a:p>
            <a:endParaRPr/>
          </a:p>
          <a:p>
            <a:r>
              <a:t>Explanation:</a:t>
            </a:r>
          </a:p>
          <a:p>
            <a:r>
              <a:t> Deletes a branch from the remote repository.</a:t>
            </a:r>
          </a:p>
          <a:p>
            <a:r>
              <a:t>Why:</a:t>
            </a:r>
          </a:p>
          <a:p>
            <a:r>
              <a:t> To remove outdated branches.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Rename a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>
            <a:r>
              <a:t> git branch -m old_name new_name</a:t>
            </a:r>
          </a:p>
          <a:p>
            <a:r>
              <a:t>Example:</a:t>
            </a:r>
          </a:p>
          <a:p>
            <a:r>
              <a:t> git branch -m master main</a:t>
            </a:r>
          </a:p>
          <a:p>
            <a:endParaRPr/>
          </a:p>
          <a:p>
            <a:r>
              <a:t>Explanation:</a:t>
            </a:r>
          </a:p>
          <a:p>
            <a:r>
              <a:t> Renames a branch locally.</a:t>
            </a:r>
          </a:p>
          <a:p>
            <a:r>
              <a:t>Why:</a:t>
            </a:r>
          </a:p>
          <a:p>
            <a:r>
              <a:t> To follow naming conventions (master → main).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Branching Workflow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branch</a:t>
            </a:r>
          </a:p>
          <a:p>
            <a:r>
              <a:t>git checkout -b feature-login</a:t>
            </a:r>
          </a:p>
          <a:p>
            <a:r>
              <a:t>git add .</a:t>
            </a:r>
          </a:p>
          <a:p>
            <a:r>
              <a:t>git commit -m 'Added login feature'</a:t>
            </a:r>
          </a:p>
          <a:p>
            <a:r>
              <a:t>git checkout main</a:t>
            </a:r>
          </a:p>
          <a:p>
            <a:r>
              <a:t>git merge feature-login</a:t>
            </a:r>
          </a:p>
          <a:p>
            <a:r>
              <a:t>git branch -d feature-login</a:t>
            </a:r>
          </a:p>
          <a:p>
            <a:r>
              <a:t>git push -u origin main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Branching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branch - List branches</a:t>
            </a:r>
          </a:p>
          <a:p>
            <a:r>
              <a:t>git branch branch_name - Create a branch</a:t>
            </a:r>
          </a:p>
          <a:p>
            <a:r>
              <a:t>git checkout branch_name - Switch branch</a:t>
            </a:r>
          </a:p>
          <a:p>
            <a:r>
              <a:t>git checkout -b branch_name - Create + Switch</a:t>
            </a:r>
          </a:p>
          <a:p>
            <a:r>
              <a:t>git merge branch_name - Merge branches</a:t>
            </a:r>
          </a:p>
          <a:p>
            <a:r>
              <a:t>git branch -d branch_name - Delete branch</a:t>
            </a:r>
          </a:p>
          <a:p>
            <a:r>
              <a:t>git push -u origin branch_name - Push branch</a:t>
            </a:r>
          </a:p>
          <a:p>
            <a:r>
              <a:t>git push origin --delete branch_name - Delete remote branch</a:t>
            </a:r>
          </a:p>
          <a:p>
            <a:r>
              <a:t>git branch -m old new - Rename branch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651</Words>
  <Application>Microsoft Office PowerPoint</Application>
  <PresentationFormat>On-screen Show (4:3)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Tw Cen MT</vt:lpstr>
      <vt:lpstr>Tw Cen MT Condensed</vt:lpstr>
      <vt:lpstr>Wingdings 3</vt:lpstr>
      <vt:lpstr>Integral</vt:lpstr>
      <vt:lpstr>Git Branching – Commands and Working</vt:lpstr>
      <vt:lpstr>Objective</vt:lpstr>
      <vt:lpstr>What is a Branch in Git?</vt:lpstr>
      <vt:lpstr>1. Checking Existing Branches</vt:lpstr>
      <vt:lpstr>2. Creating a New Branch</vt:lpstr>
      <vt:lpstr>3. Switching Between Branches</vt:lpstr>
      <vt:lpstr>4. Create and Switch in One Command</vt:lpstr>
      <vt:lpstr>5. Merging Branches</vt:lpstr>
      <vt:lpstr>6. Deleting a Branch</vt:lpstr>
      <vt:lpstr>7. Viewing Remote Branches</vt:lpstr>
      <vt:lpstr>8. Pushing a Branch to Remote</vt:lpstr>
      <vt:lpstr>9. Deleting a Remote Branch</vt:lpstr>
      <vt:lpstr>10. Rename a Branch</vt:lpstr>
      <vt:lpstr>Complete Branching Workflow Example</vt:lpstr>
      <vt:lpstr>Summary of Branching Commands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Branching – Commands and Working</dc:title>
  <dc:subject/>
  <dc:creator/>
  <cp:keywords/>
  <dc:description>generated using python-pptx</dc:description>
  <cp:lastModifiedBy>sukaina batool</cp:lastModifiedBy>
  <cp:revision>2</cp:revision>
  <dcterms:created xsi:type="dcterms:W3CDTF">2013-01-27T09:14:16Z</dcterms:created>
  <dcterms:modified xsi:type="dcterms:W3CDTF">2025-10-29T09:34:42Z</dcterms:modified>
  <cp:category/>
</cp:coreProperties>
</file>