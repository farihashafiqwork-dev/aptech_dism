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79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1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8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3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4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7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12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5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80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10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Reset – Detailed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and practice undoing commits using Git Reset.</a:t>
            </a:r>
          </a:p>
          <a:p>
            <a:r>
              <a:t>Learn the difference between --soft, --mixed, and --hard.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what Git Reset does</a:t>
            </a:r>
          </a:p>
          <a:p>
            <a:r>
              <a:t>- Learn soft, mixed, and hard resets</a:t>
            </a:r>
          </a:p>
          <a:p>
            <a:r>
              <a:t>- Undo commits safely</a:t>
            </a:r>
          </a:p>
          <a:p>
            <a:r>
              <a:t>- Reset to specific commits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Reset moves the HEAD pointer to a specific commit.</a:t>
            </a:r>
          </a:p>
          <a:p>
            <a:r>
              <a:t>It can undo commits, unstage files, or discard changes.</a:t>
            </a:r>
          </a:p>
          <a:p>
            <a:r>
              <a:t>Note: It affects only the local repo until you push.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 points to your current commit.</a:t>
            </a:r>
          </a:p>
          <a:p>
            <a:r>
              <a:t>HEAD~1 means one commit before the current.</a:t>
            </a:r>
          </a:p>
          <a:p>
            <a:r>
              <a:t>Example:</a:t>
            </a:r>
          </a:p>
          <a:p>
            <a:r>
              <a:t>[Commit1] → [Commit2] → [Commit3 (HEAD)]</a:t>
            </a:r>
          </a:p>
          <a:p>
            <a:r>
              <a:t>After reset: [Commit1] → [Commit2 (HEAD)]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Git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--soft: Keeps staged changes</a:t>
            </a:r>
          </a:p>
          <a:p>
            <a:r>
              <a:t>--mixed: Unstages changes (default)</a:t>
            </a:r>
          </a:p>
          <a:p>
            <a:r>
              <a:t>--hard: Deletes all changes permanently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--soft when you want to keep changes staged.</a:t>
            </a:r>
          </a:p>
          <a:p>
            <a:r>
              <a:t>Use --mixed when you want to edit before recommitting.</a:t>
            </a:r>
          </a:p>
          <a:p>
            <a:r>
              <a:t>Use --hard to completely discard mistakes.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git init git_reset_demo</a:t>
            </a:r>
          </a:p>
          <a:p>
            <a:r>
              <a:t>Step 2: Create 3 commits (Version 1, 2, 3)</a:t>
            </a:r>
          </a:p>
          <a:p>
            <a:r>
              <a:t>Step 3: Use git log --oneline to view commits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Reset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git reset --soft HEAD~1</a:t>
            </a:r>
          </a:p>
          <a:p>
            <a:r>
              <a:t>Effect: Undo commit, keep changes staged.</a:t>
            </a:r>
          </a:p>
          <a:p>
            <a:r>
              <a:t>Check with git status → changes are ready to commit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Reset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git reset --mixed HEAD~1</a:t>
            </a:r>
          </a:p>
          <a:p>
            <a:r>
              <a:t>Effect: Undo commit, keep files unstaged.</a:t>
            </a:r>
          </a:p>
          <a:p>
            <a:r>
              <a:t>Check with git status → changes remain in working directory.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 Reset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git reset --hard HEAD~1</a:t>
            </a:r>
          </a:p>
          <a:p>
            <a:r>
              <a:t>Effect: Undo commit and delete all changes permanently.</a:t>
            </a:r>
          </a:p>
          <a:p>
            <a:r>
              <a:t>Use with caution!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 to Specific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commits: git log --oneline</a:t>
            </a:r>
          </a:p>
          <a:p>
            <a:r>
              <a:t>Reset: git reset --hard &lt;commit_id&gt;</a:t>
            </a:r>
          </a:p>
          <a:p>
            <a:r>
              <a:t>Project returns to that point in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--soft and --mixed are safe.</a:t>
            </a:r>
          </a:p>
          <a:p>
            <a:r>
              <a:t>--hard is destructive.</a:t>
            </a:r>
          </a:p>
          <a:p>
            <a:r>
              <a:t>Reset only affects local repo unless you push afterward.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reset --soft HEAD~1  → Undo commit, keep staged (Safe)</a:t>
            </a:r>
          </a:p>
          <a:p>
            <a:r>
              <a:t>git reset --mixed HEAD~1 → Undo commit, keep files (Safe)</a:t>
            </a:r>
          </a:p>
          <a:p>
            <a:r>
              <a:t>git reset --hard HEAD~1  → Delete all changes (Dangerous)</a:t>
            </a:r>
          </a:p>
          <a:p>
            <a:r>
              <a:t>git reset &lt;commit_id&gt;    → Reset to specific commit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happens after --soft reset?</a:t>
            </a:r>
          </a:p>
          <a:p>
            <a:r>
              <a:t>2. Why is --hard dangerous?</a:t>
            </a:r>
          </a:p>
          <a:p>
            <a:r>
              <a:t>3. Does reset affect remote repos?</a:t>
            </a:r>
          </a:p>
          <a:p>
            <a:r>
              <a:t>4. When use revert instead of reset?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Lab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repo &amp; 3 commits.</a:t>
            </a:r>
          </a:p>
          <a:p>
            <a:r>
              <a:t>2. Undo last commit with --soft, --mixed, --hard.</a:t>
            </a:r>
          </a:p>
          <a:p>
            <a:r>
              <a:t>3. Observe file states after each.</a:t>
            </a:r>
          </a:p>
          <a:p>
            <a:r>
              <a:t>4. Compare git status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Git Reset repositions project history.</a:t>
            </a:r>
          </a:p>
          <a:p>
            <a:r>
              <a:t>- Useful for undoing commits &amp; fixing mistakes.</a:t>
            </a:r>
          </a:p>
          <a:p>
            <a:r>
              <a:t>- Always check log before using --hard.</a:t>
            </a:r>
          </a:p>
          <a:p>
            <a:r>
              <a:t>- Great tool for version control mastery!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549</Words>
  <Application>Microsoft Office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Git Reset – Detailed Lecture</vt:lpstr>
      <vt:lpstr>Objectives</vt:lpstr>
      <vt:lpstr>Introduction</vt:lpstr>
      <vt:lpstr>HEAD Concept</vt:lpstr>
      <vt:lpstr>Types of Git Reset</vt:lpstr>
      <vt:lpstr>When to Use Each</vt:lpstr>
      <vt:lpstr>Practical Setup</vt:lpstr>
      <vt:lpstr>Soft Reset Example</vt:lpstr>
      <vt:lpstr>Mixed Reset Example</vt:lpstr>
      <vt:lpstr>Hard Reset Example</vt:lpstr>
      <vt:lpstr>Reset to Specific Commit</vt:lpstr>
      <vt:lpstr>Important Notes</vt:lpstr>
      <vt:lpstr>Summary Table</vt:lpstr>
      <vt:lpstr>Discussion Questions</vt:lpstr>
      <vt:lpstr>Student Lab Task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Reset – Detailed Lecture</dc:title>
  <dc:subject/>
  <dc:creator/>
  <cp:keywords/>
  <dc:description>generated using python-pptx</dc:description>
  <cp:lastModifiedBy>sukaina batool</cp:lastModifiedBy>
  <cp:revision>2</cp:revision>
  <dcterms:created xsi:type="dcterms:W3CDTF">2013-01-27T09:14:16Z</dcterms:created>
  <dcterms:modified xsi:type="dcterms:W3CDTF">2025-11-04T11:38:28Z</dcterms:modified>
  <cp:category/>
</cp:coreProperties>
</file>