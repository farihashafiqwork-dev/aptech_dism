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83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9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06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7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47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4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4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9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396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22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653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33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Reset Practical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practical helps students understand how to undo commits using:</a:t>
            </a:r>
          </a:p>
          <a:p>
            <a:r>
              <a:t>- soft reset</a:t>
            </a:r>
          </a:p>
          <a:p>
            <a:r>
              <a:t>- mixed reset</a:t>
            </a:r>
          </a:p>
          <a:p>
            <a:r>
              <a:t>- hard reset</a:t>
            </a:r>
          </a:p>
          <a:p>
            <a:r>
              <a:t>with live commands and outputs.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Initialize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new folder and initialize Git:</a:t>
            </a:r>
          </a:p>
          <a:p>
            <a:endParaRPr/>
          </a:p>
          <a:p>
            <a:r>
              <a:t>git init git_reset_demo</a:t>
            </a:r>
          </a:p>
          <a:p>
            <a:r>
              <a:t>cd git_reset_demo</a:t>
            </a:r>
          </a:p>
          <a:p>
            <a:endParaRPr/>
          </a:p>
          <a:p>
            <a:r>
              <a:t>Result: Empty repository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Create and Commit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echo "Version 1" &gt; file.txt</a:t>
            </a:r>
          </a:p>
          <a:p>
            <a:r>
              <a:t>git add .</a:t>
            </a:r>
          </a:p>
          <a:p>
            <a:r>
              <a:t>git commit -m "First commit - Version 1"</a:t>
            </a:r>
          </a:p>
          <a:p>
            <a:endParaRPr/>
          </a:p>
          <a:p>
            <a:r>
              <a:t>echo "Version 2" &gt; file.txt</a:t>
            </a:r>
          </a:p>
          <a:p>
            <a:r>
              <a:t>git add .</a:t>
            </a:r>
          </a:p>
          <a:p>
            <a:r>
              <a:t>git commit -m "Second commit - Version 2"</a:t>
            </a:r>
          </a:p>
          <a:p>
            <a:endParaRPr/>
          </a:p>
          <a:p>
            <a:r>
              <a:t>echo "Version 3" &gt; file.txt</a:t>
            </a:r>
          </a:p>
          <a:p>
            <a:r>
              <a:t>git add .</a:t>
            </a:r>
          </a:p>
          <a:p>
            <a:r>
              <a:t>git commit -m "Third commit - Version 3"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View Commit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command to see all commits:</a:t>
            </a:r>
          </a:p>
          <a:p>
            <a:endParaRPr/>
          </a:p>
          <a:p>
            <a:r>
              <a:t>git log --oneline</a:t>
            </a:r>
          </a:p>
          <a:p>
            <a:endParaRPr/>
          </a:p>
          <a:p>
            <a:r>
              <a:t>Example Output:</a:t>
            </a:r>
          </a:p>
          <a:p>
            <a:r>
              <a:t>c3d2e5b (HEAD -&gt; main) Third commit - Version 3</a:t>
            </a:r>
          </a:p>
          <a:p>
            <a:r>
              <a:t>a8b7c4a Second commit - Version 2</a:t>
            </a:r>
          </a:p>
          <a:p>
            <a:r>
              <a:t>3b6d1f0 First commit - Version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Perform Soft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Undo the last commit but keep staged changes:</a:t>
            </a:r>
          </a:p>
          <a:p>
            <a:endParaRPr/>
          </a:p>
          <a:p>
            <a:r>
              <a:t>git reset --soft HEAD~1</a:t>
            </a:r>
          </a:p>
          <a:p>
            <a:endParaRPr/>
          </a:p>
          <a:p>
            <a:r>
              <a:t>Check status:</a:t>
            </a:r>
          </a:p>
          <a:p>
            <a:r>
              <a:t>git status</a:t>
            </a:r>
          </a:p>
          <a:p>
            <a:endParaRPr/>
          </a:p>
          <a:p>
            <a:r>
              <a:t>Output:</a:t>
            </a:r>
          </a:p>
          <a:p>
            <a:r>
              <a:t>Changes to be committed:</a:t>
            </a:r>
          </a:p>
          <a:p>
            <a:r>
              <a:t>  modified: file.txt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Perform Mixed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Undo the last commit but keep changes unstaged:</a:t>
            </a:r>
          </a:p>
          <a:p>
            <a:endParaRPr/>
          </a:p>
          <a:p>
            <a:r>
              <a:t>git reset --mixed HEAD~1</a:t>
            </a:r>
          </a:p>
          <a:p>
            <a:r>
              <a:t>or simply:</a:t>
            </a:r>
          </a:p>
          <a:p>
            <a:r>
              <a:t>git reset HEAD~1</a:t>
            </a:r>
          </a:p>
          <a:p>
            <a:endParaRPr/>
          </a:p>
          <a:p>
            <a:r>
              <a:t>Check status:</a:t>
            </a:r>
          </a:p>
          <a:p>
            <a:r>
              <a:t>git status</a:t>
            </a:r>
          </a:p>
          <a:p>
            <a:endParaRPr/>
          </a:p>
          <a:p>
            <a:r>
              <a:t>Output:</a:t>
            </a:r>
          </a:p>
          <a:p>
            <a:r>
              <a:t>Changes not staged for commit:</a:t>
            </a:r>
          </a:p>
          <a:p>
            <a:r>
              <a:t>  modified: file.txt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Perform Hard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Completely remove the last commit and delete changes:</a:t>
            </a:r>
          </a:p>
          <a:p>
            <a:endParaRPr/>
          </a:p>
          <a:p>
            <a:r>
              <a:t>git reset --hard HEAD~1</a:t>
            </a:r>
          </a:p>
          <a:p>
            <a:endParaRPr/>
          </a:p>
          <a:p>
            <a:r>
              <a:t>Check commits again:</a:t>
            </a:r>
          </a:p>
          <a:p>
            <a:r>
              <a:t>git log --oneline</a:t>
            </a:r>
          </a:p>
          <a:p>
            <a:endParaRPr/>
          </a:p>
          <a:p>
            <a:r>
              <a:t>Result: Last commit and changes are gone permanently.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Reset to a Specific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List commits:</a:t>
            </a:r>
          </a:p>
          <a:p>
            <a:r>
              <a:t>git log --oneline</a:t>
            </a:r>
          </a:p>
          <a:p>
            <a:endParaRPr/>
          </a:p>
          <a:p>
            <a:r>
              <a:t>Choose one and reset to it:</a:t>
            </a:r>
          </a:p>
          <a:p>
            <a:r>
              <a:t>git reset --hard &lt;commit_id&gt;</a:t>
            </a:r>
          </a:p>
          <a:p>
            <a:endParaRPr/>
          </a:p>
          <a:p>
            <a:r>
              <a:t>Example:</a:t>
            </a:r>
          </a:p>
          <a:p>
            <a:r>
              <a:t>git reset --hard a8b7c4a</a:t>
            </a:r>
          </a:p>
          <a:p>
            <a:endParaRPr/>
          </a:p>
          <a:p>
            <a:r>
              <a:t>Result: Project restored to that commit's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Compare File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each reset type:</a:t>
            </a:r>
          </a:p>
          <a:p>
            <a:endParaRPr/>
          </a:p>
          <a:p>
            <a:r>
              <a:t>Soft → Changes staged</a:t>
            </a:r>
          </a:p>
          <a:p>
            <a:r>
              <a:t>Mixed → Changes unstaged but visible</a:t>
            </a:r>
          </a:p>
          <a:p>
            <a:r>
              <a:t>Hard → Changes permanently removed</a:t>
            </a:r>
          </a:p>
          <a:p>
            <a:endParaRPr/>
          </a:p>
          <a:p>
            <a:r>
              <a:t>Command to verify:</a:t>
            </a:r>
          </a:p>
          <a:p>
            <a:r>
              <a:t>git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9: Practice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a repo and three commits.</a:t>
            </a:r>
          </a:p>
          <a:p>
            <a:r>
              <a:t>2. Use all three reset types.</a:t>
            </a:r>
          </a:p>
          <a:p>
            <a:r>
              <a:t>3. Observe file state after each.</a:t>
            </a:r>
          </a:p>
          <a:p>
            <a:r>
              <a:t>4. Discuss differences with classmates.</a:t>
            </a:r>
          </a:p>
          <a:p>
            <a:endParaRPr/>
          </a:p>
          <a:p>
            <a:r>
              <a:t>Goal: Understand commit history manipulation safely.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Reset allows you to move backward safely in history.</a:t>
            </a:r>
          </a:p>
          <a:p>
            <a:r>
              <a:t>Use --soft or --mixed for corrections.</a:t>
            </a:r>
          </a:p>
          <a:p>
            <a:r>
              <a:t>Use --hard only when sure.</a:t>
            </a:r>
          </a:p>
          <a:p>
            <a:endParaRPr/>
          </a:p>
          <a:p>
            <a:r>
              <a:t>Always check 'git log' and 'git status' after each step.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476</Words>
  <Application>Microsoft Office PowerPoint</Application>
  <PresentationFormat>On-screen Show (4:3)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Tw Cen MT</vt:lpstr>
      <vt:lpstr>Tw Cen MT Condensed</vt:lpstr>
      <vt:lpstr>Wingdings 3</vt:lpstr>
      <vt:lpstr>Integral</vt:lpstr>
      <vt:lpstr>Git Reset Practical Demonstration</vt:lpstr>
      <vt:lpstr>Step 1: Initialize Repository</vt:lpstr>
      <vt:lpstr>Step 2: Create and Commit Files</vt:lpstr>
      <vt:lpstr>Step 3: View Commit History</vt:lpstr>
      <vt:lpstr>Step 4: Perform Soft Reset</vt:lpstr>
      <vt:lpstr>Step 5: Perform Mixed Reset</vt:lpstr>
      <vt:lpstr>Step 6: Perform Hard Reset</vt:lpstr>
      <vt:lpstr>Step 7: Reset to a Specific Commit</vt:lpstr>
      <vt:lpstr>Step 8: Compare File States</vt:lpstr>
      <vt:lpstr>Step 9: Practice Task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Reset Practical Demonstration</dc:title>
  <dc:subject/>
  <dc:creator/>
  <cp:keywords/>
  <dc:description>generated using python-pptx</dc:description>
  <cp:lastModifiedBy>sukaina batool</cp:lastModifiedBy>
  <cp:revision>2</cp:revision>
  <dcterms:created xsi:type="dcterms:W3CDTF">2013-01-27T09:14:16Z</dcterms:created>
  <dcterms:modified xsi:type="dcterms:W3CDTF">2025-11-04T11:38:19Z</dcterms:modified>
  <cp:category/>
</cp:coreProperties>
</file>