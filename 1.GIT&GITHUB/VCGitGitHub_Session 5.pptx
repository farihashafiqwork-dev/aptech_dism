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 dirty="0"/>
              <a:t>V  </a:t>
            </a:r>
            <a:r>
              <a:rPr spc="-105" dirty="0"/>
              <a:t> </a:t>
            </a:r>
            <a:r>
              <a:rPr dirty="0"/>
              <a:t>1</a:t>
            </a:r>
            <a:r>
              <a:rPr spc="-55" dirty="0"/>
              <a:t> </a:t>
            </a:r>
            <a:r>
              <a:rPr spc="10" dirty="0"/>
              <a:t>.</a:t>
            </a:r>
            <a:r>
              <a:rPr spc="-55" dirty="0"/>
              <a:t> </a:t>
            </a:r>
            <a:r>
              <a:rPr dirty="0"/>
              <a:t>0  </a:t>
            </a:r>
            <a:r>
              <a:rPr spc="-105" dirty="0"/>
              <a:t> </a:t>
            </a:r>
            <a:r>
              <a:rPr dirty="0"/>
              <a:t>©  </a:t>
            </a:r>
            <a:r>
              <a:rPr spc="-105" dirty="0"/>
              <a:t> </a:t>
            </a:r>
            <a:r>
              <a:rPr spc="-70" dirty="0"/>
              <a:t>A</a:t>
            </a:r>
            <a:r>
              <a:rPr spc="-60" dirty="0"/>
              <a:t> </a:t>
            </a:r>
            <a:r>
              <a:rPr spc="-40" dirty="0"/>
              <a:t>P</a:t>
            </a:r>
            <a:r>
              <a:rPr spc="-60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dirty="0"/>
              <a:t>C</a:t>
            </a:r>
            <a:r>
              <a:rPr spc="-55" dirty="0"/>
              <a:t> </a:t>
            </a:r>
            <a:r>
              <a:rPr dirty="0"/>
              <a:t>H  </a:t>
            </a:r>
            <a:r>
              <a:rPr spc="-95" dirty="0"/>
              <a:t> </a:t>
            </a:r>
            <a:r>
              <a:rPr spc="-10" dirty="0"/>
              <a:t>L</a:t>
            </a:r>
            <a:r>
              <a:rPr spc="-55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spc="10" dirty="0"/>
              <a:t>M</a:t>
            </a:r>
            <a:r>
              <a:rPr spc="-60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spc="-10" dirty="0"/>
              <a:t>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38100">
              <a:lnSpc>
                <a:spcPts val="194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 dirty="0"/>
              <a:t>V  </a:t>
            </a:r>
            <a:r>
              <a:rPr spc="-105" dirty="0"/>
              <a:t> </a:t>
            </a:r>
            <a:r>
              <a:rPr dirty="0"/>
              <a:t>1</a:t>
            </a:r>
            <a:r>
              <a:rPr spc="-55" dirty="0"/>
              <a:t> </a:t>
            </a:r>
            <a:r>
              <a:rPr spc="10" dirty="0"/>
              <a:t>.</a:t>
            </a:r>
            <a:r>
              <a:rPr spc="-55" dirty="0"/>
              <a:t> </a:t>
            </a:r>
            <a:r>
              <a:rPr dirty="0"/>
              <a:t>0  </a:t>
            </a:r>
            <a:r>
              <a:rPr spc="-105" dirty="0"/>
              <a:t> </a:t>
            </a:r>
            <a:r>
              <a:rPr dirty="0"/>
              <a:t>©  </a:t>
            </a:r>
            <a:r>
              <a:rPr spc="-105" dirty="0"/>
              <a:t> </a:t>
            </a:r>
            <a:r>
              <a:rPr spc="-70" dirty="0"/>
              <a:t>A</a:t>
            </a:r>
            <a:r>
              <a:rPr spc="-60" dirty="0"/>
              <a:t> </a:t>
            </a:r>
            <a:r>
              <a:rPr spc="-40" dirty="0"/>
              <a:t>P</a:t>
            </a:r>
            <a:r>
              <a:rPr spc="-60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dirty="0"/>
              <a:t>C</a:t>
            </a:r>
            <a:r>
              <a:rPr spc="-55" dirty="0"/>
              <a:t> </a:t>
            </a:r>
            <a:r>
              <a:rPr dirty="0"/>
              <a:t>H  </a:t>
            </a:r>
            <a:r>
              <a:rPr spc="-95" dirty="0"/>
              <a:t> </a:t>
            </a:r>
            <a:r>
              <a:rPr spc="-10" dirty="0"/>
              <a:t>L</a:t>
            </a:r>
            <a:r>
              <a:rPr spc="-55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spc="10" dirty="0"/>
              <a:t>M</a:t>
            </a:r>
            <a:r>
              <a:rPr spc="-60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spc="-10" dirty="0"/>
              <a:t>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38100">
              <a:lnSpc>
                <a:spcPts val="194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 dirty="0"/>
              <a:t>V  </a:t>
            </a:r>
            <a:r>
              <a:rPr spc="-105" dirty="0"/>
              <a:t> </a:t>
            </a:r>
            <a:r>
              <a:rPr dirty="0"/>
              <a:t>1</a:t>
            </a:r>
            <a:r>
              <a:rPr spc="-55" dirty="0"/>
              <a:t> </a:t>
            </a:r>
            <a:r>
              <a:rPr spc="10" dirty="0"/>
              <a:t>.</a:t>
            </a:r>
            <a:r>
              <a:rPr spc="-55" dirty="0"/>
              <a:t> </a:t>
            </a:r>
            <a:r>
              <a:rPr dirty="0"/>
              <a:t>0  </a:t>
            </a:r>
            <a:r>
              <a:rPr spc="-105" dirty="0"/>
              <a:t> </a:t>
            </a:r>
            <a:r>
              <a:rPr dirty="0"/>
              <a:t>©  </a:t>
            </a:r>
            <a:r>
              <a:rPr spc="-105" dirty="0"/>
              <a:t> </a:t>
            </a:r>
            <a:r>
              <a:rPr spc="-70" dirty="0"/>
              <a:t>A</a:t>
            </a:r>
            <a:r>
              <a:rPr spc="-60" dirty="0"/>
              <a:t> </a:t>
            </a:r>
            <a:r>
              <a:rPr spc="-40" dirty="0"/>
              <a:t>P</a:t>
            </a:r>
            <a:r>
              <a:rPr spc="-60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dirty="0"/>
              <a:t>C</a:t>
            </a:r>
            <a:r>
              <a:rPr spc="-55" dirty="0"/>
              <a:t> </a:t>
            </a:r>
            <a:r>
              <a:rPr dirty="0"/>
              <a:t>H  </a:t>
            </a:r>
            <a:r>
              <a:rPr spc="-95" dirty="0"/>
              <a:t> </a:t>
            </a:r>
            <a:r>
              <a:rPr spc="-10" dirty="0"/>
              <a:t>L</a:t>
            </a:r>
            <a:r>
              <a:rPr spc="-55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spc="10" dirty="0"/>
              <a:t>M</a:t>
            </a:r>
            <a:r>
              <a:rPr spc="-60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spc="-10" dirty="0"/>
              <a:t>D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38100">
              <a:lnSpc>
                <a:spcPts val="194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 dirty="0"/>
              <a:t>V  </a:t>
            </a:r>
            <a:r>
              <a:rPr spc="-105" dirty="0"/>
              <a:t> </a:t>
            </a:r>
            <a:r>
              <a:rPr dirty="0"/>
              <a:t>1</a:t>
            </a:r>
            <a:r>
              <a:rPr spc="-55" dirty="0"/>
              <a:t> </a:t>
            </a:r>
            <a:r>
              <a:rPr spc="10" dirty="0"/>
              <a:t>.</a:t>
            </a:r>
            <a:r>
              <a:rPr spc="-55" dirty="0"/>
              <a:t> </a:t>
            </a:r>
            <a:r>
              <a:rPr dirty="0"/>
              <a:t>0  </a:t>
            </a:r>
            <a:r>
              <a:rPr spc="-105" dirty="0"/>
              <a:t> </a:t>
            </a:r>
            <a:r>
              <a:rPr dirty="0"/>
              <a:t>©  </a:t>
            </a:r>
            <a:r>
              <a:rPr spc="-105" dirty="0"/>
              <a:t> </a:t>
            </a:r>
            <a:r>
              <a:rPr spc="-70" dirty="0"/>
              <a:t>A</a:t>
            </a:r>
            <a:r>
              <a:rPr spc="-60" dirty="0"/>
              <a:t> </a:t>
            </a:r>
            <a:r>
              <a:rPr spc="-40" dirty="0"/>
              <a:t>P</a:t>
            </a:r>
            <a:r>
              <a:rPr spc="-60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dirty="0"/>
              <a:t>C</a:t>
            </a:r>
            <a:r>
              <a:rPr spc="-55" dirty="0"/>
              <a:t> </a:t>
            </a:r>
            <a:r>
              <a:rPr dirty="0"/>
              <a:t>H  </a:t>
            </a:r>
            <a:r>
              <a:rPr spc="-95" dirty="0"/>
              <a:t> </a:t>
            </a:r>
            <a:r>
              <a:rPr spc="-10" dirty="0"/>
              <a:t>L</a:t>
            </a:r>
            <a:r>
              <a:rPr spc="-55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spc="10" dirty="0"/>
              <a:t>M</a:t>
            </a:r>
            <a:r>
              <a:rPr spc="-60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spc="-10" dirty="0"/>
              <a:t>D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38100">
              <a:lnSpc>
                <a:spcPts val="194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-2286" y="6629398"/>
            <a:ext cx="9146540" cy="228600"/>
          </a:xfrm>
          <a:custGeom>
            <a:avLst/>
            <a:gdLst/>
            <a:ahLst/>
            <a:cxnLst/>
            <a:rect l="l" t="t" r="r" b="b"/>
            <a:pathLst>
              <a:path w="9146540" h="228600">
                <a:moveTo>
                  <a:pt x="9146286" y="114"/>
                </a:moveTo>
                <a:lnTo>
                  <a:pt x="2041144" y="0"/>
                </a:lnTo>
                <a:lnTo>
                  <a:pt x="0" y="228599"/>
                </a:lnTo>
                <a:lnTo>
                  <a:pt x="9146286" y="228599"/>
                </a:lnTo>
                <a:lnTo>
                  <a:pt x="9146286" y="114"/>
                </a:lnTo>
                <a:close/>
              </a:path>
            </a:pathLst>
          </a:custGeom>
          <a:solidFill>
            <a:srgbClr val="A18E6A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2647949"/>
            <a:ext cx="3572510" cy="4210050"/>
          </a:xfrm>
          <a:custGeom>
            <a:avLst/>
            <a:gdLst/>
            <a:ahLst/>
            <a:cxnLst/>
            <a:rect l="l" t="t" r="r" b="b"/>
            <a:pathLst>
              <a:path w="3572510" h="4210050">
                <a:moveTo>
                  <a:pt x="0" y="-1"/>
                </a:moveTo>
                <a:lnTo>
                  <a:pt x="0" y="4210048"/>
                </a:lnTo>
                <a:lnTo>
                  <a:pt x="3572255" y="4210048"/>
                </a:lnTo>
                <a:lnTo>
                  <a:pt x="0" y="-1"/>
                </a:lnTo>
                <a:close/>
              </a:path>
            </a:pathLst>
          </a:custGeom>
          <a:solidFill>
            <a:srgbClr val="9B2C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0"/>
            <a:ext cx="9144000" cy="6819900"/>
          </a:xfrm>
          <a:custGeom>
            <a:avLst/>
            <a:gdLst/>
            <a:ahLst/>
            <a:cxnLst/>
            <a:rect l="l" t="t" r="r" b="b"/>
            <a:pathLst>
              <a:path w="9144000" h="6819900">
                <a:moveTo>
                  <a:pt x="9143999" y="0"/>
                </a:moveTo>
                <a:lnTo>
                  <a:pt x="7691978" y="0"/>
                </a:lnTo>
                <a:lnTo>
                  <a:pt x="0" y="6817872"/>
                </a:lnTo>
                <a:lnTo>
                  <a:pt x="0" y="6819898"/>
                </a:lnTo>
                <a:lnTo>
                  <a:pt x="9143999" y="6819898"/>
                </a:lnTo>
                <a:lnTo>
                  <a:pt x="9143999" y="0"/>
                </a:lnTo>
                <a:close/>
              </a:path>
            </a:pathLst>
          </a:custGeom>
          <a:solidFill>
            <a:srgbClr val="A18E6A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31238" y="169290"/>
            <a:ext cx="6178677" cy="515607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 dirty="0"/>
              <a:t>V  </a:t>
            </a:r>
            <a:r>
              <a:rPr spc="-105" dirty="0"/>
              <a:t> </a:t>
            </a:r>
            <a:r>
              <a:rPr dirty="0"/>
              <a:t>1</a:t>
            </a:r>
            <a:r>
              <a:rPr spc="-55" dirty="0"/>
              <a:t> </a:t>
            </a:r>
            <a:r>
              <a:rPr spc="10" dirty="0"/>
              <a:t>.</a:t>
            </a:r>
            <a:r>
              <a:rPr spc="-55" dirty="0"/>
              <a:t> </a:t>
            </a:r>
            <a:r>
              <a:rPr dirty="0"/>
              <a:t>0  </a:t>
            </a:r>
            <a:r>
              <a:rPr spc="-105" dirty="0"/>
              <a:t> </a:t>
            </a:r>
            <a:r>
              <a:rPr dirty="0"/>
              <a:t>©  </a:t>
            </a:r>
            <a:r>
              <a:rPr spc="-105" dirty="0"/>
              <a:t> </a:t>
            </a:r>
            <a:r>
              <a:rPr spc="-70" dirty="0"/>
              <a:t>A</a:t>
            </a:r>
            <a:r>
              <a:rPr spc="-60" dirty="0"/>
              <a:t> </a:t>
            </a:r>
            <a:r>
              <a:rPr spc="-40" dirty="0"/>
              <a:t>P</a:t>
            </a:r>
            <a:r>
              <a:rPr spc="-60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dirty="0"/>
              <a:t>C</a:t>
            </a:r>
            <a:r>
              <a:rPr spc="-55" dirty="0"/>
              <a:t> </a:t>
            </a:r>
            <a:r>
              <a:rPr dirty="0"/>
              <a:t>H  </a:t>
            </a:r>
            <a:r>
              <a:rPr spc="-95" dirty="0"/>
              <a:t> </a:t>
            </a:r>
            <a:r>
              <a:rPr spc="-10" dirty="0"/>
              <a:t>L</a:t>
            </a:r>
            <a:r>
              <a:rPr spc="-55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spc="10" dirty="0"/>
              <a:t>M</a:t>
            </a:r>
            <a:r>
              <a:rPr spc="-60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spc="-10" dirty="0"/>
              <a:t>D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38100">
              <a:lnSpc>
                <a:spcPts val="194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-2286" y="6629398"/>
            <a:ext cx="9146540" cy="228600"/>
          </a:xfrm>
          <a:custGeom>
            <a:avLst/>
            <a:gdLst/>
            <a:ahLst/>
            <a:cxnLst/>
            <a:rect l="l" t="t" r="r" b="b"/>
            <a:pathLst>
              <a:path w="9146540" h="228600">
                <a:moveTo>
                  <a:pt x="9146286" y="114"/>
                </a:moveTo>
                <a:lnTo>
                  <a:pt x="2041144" y="0"/>
                </a:lnTo>
                <a:lnTo>
                  <a:pt x="0" y="228599"/>
                </a:lnTo>
                <a:lnTo>
                  <a:pt x="9146286" y="228599"/>
                </a:lnTo>
                <a:lnTo>
                  <a:pt x="9146286" y="114"/>
                </a:lnTo>
                <a:close/>
              </a:path>
            </a:pathLst>
          </a:custGeom>
          <a:solidFill>
            <a:srgbClr val="A18E6A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64234" y="397255"/>
            <a:ext cx="7415530" cy="4527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01700" y="1117600"/>
            <a:ext cx="7851775" cy="3317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24778" y="6658080"/>
            <a:ext cx="1897379" cy="1701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 dirty="0"/>
              <a:t>V  </a:t>
            </a:r>
            <a:r>
              <a:rPr spc="-105" dirty="0"/>
              <a:t> </a:t>
            </a:r>
            <a:r>
              <a:rPr dirty="0"/>
              <a:t>1</a:t>
            </a:r>
            <a:r>
              <a:rPr spc="-55" dirty="0"/>
              <a:t> </a:t>
            </a:r>
            <a:r>
              <a:rPr spc="10" dirty="0"/>
              <a:t>.</a:t>
            </a:r>
            <a:r>
              <a:rPr spc="-55" dirty="0"/>
              <a:t> </a:t>
            </a:r>
            <a:r>
              <a:rPr dirty="0"/>
              <a:t>0  </a:t>
            </a:r>
            <a:r>
              <a:rPr spc="-105" dirty="0"/>
              <a:t> </a:t>
            </a:r>
            <a:r>
              <a:rPr dirty="0"/>
              <a:t>©  </a:t>
            </a:r>
            <a:r>
              <a:rPr spc="-105" dirty="0"/>
              <a:t> </a:t>
            </a:r>
            <a:r>
              <a:rPr spc="-70" dirty="0"/>
              <a:t>A</a:t>
            </a:r>
            <a:r>
              <a:rPr spc="-60" dirty="0"/>
              <a:t> </a:t>
            </a:r>
            <a:r>
              <a:rPr spc="-40" dirty="0"/>
              <a:t>P</a:t>
            </a:r>
            <a:r>
              <a:rPr spc="-60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dirty="0"/>
              <a:t>C</a:t>
            </a:r>
            <a:r>
              <a:rPr spc="-55" dirty="0"/>
              <a:t> </a:t>
            </a:r>
            <a:r>
              <a:rPr dirty="0"/>
              <a:t>H  </a:t>
            </a:r>
            <a:r>
              <a:rPr spc="-95" dirty="0"/>
              <a:t> </a:t>
            </a:r>
            <a:r>
              <a:rPr spc="-10" dirty="0"/>
              <a:t>L</a:t>
            </a:r>
            <a:r>
              <a:rPr spc="-55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spc="10" dirty="0"/>
              <a:t>M</a:t>
            </a:r>
            <a:r>
              <a:rPr spc="-60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spc="-10" dirty="0"/>
              <a:t>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32519" y="6601705"/>
            <a:ext cx="321945" cy="263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38100">
              <a:lnSpc>
                <a:spcPts val="194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jlord.us/git-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45"/>
              </a:lnSpc>
            </a:pPr>
            <a:fld id="{81D60167-4931-47E6-BA6A-407CBD079E47}" type="slidenum">
              <a:rPr dirty="0"/>
              <a:t>1</a:t>
            </a:fld>
            <a:endParaRPr dirty="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 dirty="0"/>
              <a:t>V  </a:t>
            </a:r>
            <a:r>
              <a:rPr spc="-105" dirty="0"/>
              <a:t> </a:t>
            </a:r>
            <a:r>
              <a:rPr dirty="0"/>
              <a:t>1</a:t>
            </a:r>
            <a:r>
              <a:rPr spc="-55" dirty="0"/>
              <a:t> </a:t>
            </a:r>
            <a:r>
              <a:rPr spc="10" dirty="0"/>
              <a:t>.</a:t>
            </a:r>
            <a:r>
              <a:rPr spc="-55" dirty="0"/>
              <a:t> </a:t>
            </a:r>
            <a:r>
              <a:rPr dirty="0"/>
              <a:t>0  </a:t>
            </a:r>
            <a:r>
              <a:rPr spc="-105" dirty="0"/>
              <a:t> </a:t>
            </a:r>
            <a:r>
              <a:rPr dirty="0"/>
              <a:t>©  </a:t>
            </a:r>
            <a:r>
              <a:rPr spc="-105" dirty="0"/>
              <a:t> </a:t>
            </a:r>
            <a:r>
              <a:rPr spc="-70" dirty="0"/>
              <a:t>A</a:t>
            </a:r>
            <a:r>
              <a:rPr spc="-60" dirty="0"/>
              <a:t> </a:t>
            </a:r>
            <a:r>
              <a:rPr spc="-40" dirty="0"/>
              <a:t>P</a:t>
            </a:r>
            <a:r>
              <a:rPr spc="-60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dirty="0"/>
              <a:t>C</a:t>
            </a:r>
            <a:r>
              <a:rPr spc="-55" dirty="0"/>
              <a:t> </a:t>
            </a:r>
            <a:r>
              <a:rPr dirty="0"/>
              <a:t>H  </a:t>
            </a:r>
            <a:r>
              <a:rPr spc="-95" dirty="0"/>
              <a:t> </a:t>
            </a:r>
            <a:r>
              <a:rPr spc="-10" dirty="0"/>
              <a:t>L</a:t>
            </a:r>
            <a:r>
              <a:rPr spc="-55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spc="10" dirty="0"/>
              <a:t>M</a:t>
            </a:r>
            <a:r>
              <a:rPr spc="-60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spc="-10" dirty="0"/>
              <a:t>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395731"/>
            <a:ext cx="234251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OBJECTIVES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45"/>
              </a:lnSpc>
            </a:pPr>
            <a:fld id="{81D60167-4931-47E6-BA6A-407CBD079E47}" type="slidenum">
              <a:rPr dirty="0"/>
              <a:t>2</a:t>
            </a:fld>
            <a:endParaRPr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 dirty="0"/>
              <a:t>V  </a:t>
            </a:r>
            <a:r>
              <a:rPr spc="-105" dirty="0"/>
              <a:t> </a:t>
            </a:r>
            <a:r>
              <a:rPr dirty="0"/>
              <a:t>1</a:t>
            </a:r>
            <a:r>
              <a:rPr spc="-55" dirty="0"/>
              <a:t> </a:t>
            </a:r>
            <a:r>
              <a:rPr spc="10" dirty="0"/>
              <a:t>.</a:t>
            </a:r>
            <a:r>
              <a:rPr spc="-55" dirty="0"/>
              <a:t> </a:t>
            </a:r>
            <a:r>
              <a:rPr dirty="0"/>
              <a:t>0  </a:t>
            </a:r>
            <a:r>
              <a:rPr spc="-105" dirty="0"/>
              <a:t> </a:t>
            </a:r>
            <a:r>
              <a:rPr dirty="0"/>
              <a:t>©  </a:t>
            </a:r>
            <a:r>
              <a:rPr spc="-105" dirty="0"/>
              <a:t> </a:t>
            </a:r>
            <a:r>
              <a:rPr spc="-70" dirty="0"/>
              <a:t>A</a:t>
            </a:r>
            <a:r>
              <a:rPr spc="-60" dirty="0"/>
              <a:t> </a:t>
            </a:r>
            <a:r>
              <a:rPr spc="-40" dirty="0"/>
              <a:t>P</a:t>
            </a:r>
            <a:r>
              <a:rPr spc="-60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dirty="0"/>
              <a:t>C</a:t>
            </a:r>
            <a:r>
              <a:rPr spc="-55" dirty="0"/>
              <a:t> </a:t>
            </a:r>
            <a:r>
              <a:rPr dirty="0"/>
              <a:t>H  </a:t>
            </a:r>
            <a:r>
              <a:rPr spc="-95" dirty="0"/>
              <a:t> </a:t>
            </a:r>
            <a:r>
              <a:rPr spc="-10" dirty="0"/>
              <a:t>L</a:t>
            </a:r>
            <a:r>
              <a:rPr spc="-55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spc="10" dirty="0"/>
              <a:t>M</a:t>
            </a:r>
            <a:r>
              <a:rPr spc="-60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spc="-10" dirty="0"/>
              <a:t>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0739" y="1744472"/>
            <a:ext cx="6082665" cy="1549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000" b="1" spc="-5" dirty="0">
                <a:latin typeface="Comic Sans MS"/>
                <a:cs typeface="Comic Sans MS"/>
              </a:rPr>
              <a:t>Explain</a:t>
            </a:r>
            <a:r>
              <a:rPr sz="2000" b="1" spc="-20" dirty="0">
                <a:latin typeface="Comic Sans MS"/>
                <a:cs typeface="Comic Sans MS"/>
              </a:rPr>
              <a:t> </a:t>
            </a:r>
            <a:r>
              <a:rPr sz="2000" b="1" spc="-5" dirty="0">
                <a:latin typeface="Comic Sans MS"/>
                <a:cs typeface="Comic Sans MS"/>
              </a:rPr>
              <a:t>GitHub</a:t>
            </a:r>
            <a:endParaRPr sz="2000">
              <a:latin typeface="Comic Sans MS"/>
              <a:cs typeface="Comic Sans MS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000" b="1" spc="-5" dirty="0">
                <a:latin typeface="Comic Sans MS"/>
                <a:cs typeface="Comic Sans MS"/>
              </a:rPr>
              <a:t>Differentiate</a:t>
            </a:r>
            <a:r>
              <a:rPr sz="2000" b="1" spc="-20" dirty="0">
                <a:latin typeface="Comic Sans MS"/>
                <a:cs typeface="Comic Sans MS"/>
              </a:rPr>
              <a:t> </a:t>
            </a:r>
            <a:r>
              <a:rPr sz="2000" b="1" spc="-10" dirty="0">
                <a:latin typeface="Comic Sans MS"/>
                <a:cs typeface="Comic Sans MS"/>
              </a:rPr>
              <a:t>between</a:t>
            </a:r>
            <a:r>
              <a:rPr sz="2000" b="1" spc="-30" dirty="0">
                <a:latin typeface="Comic Sans MS"/>
                <a:cs typeface="Comic Sans MS"/>
              </a:rPr>
              <a:t> </a:t>
            </a:r>
            <a:r>
              <a:rPr sz="2000" b="1" spc="-5" dirty="0">
                <a:latin typeface="Comic Sans MS"/>
                <a:cs typeface="Comic Sans MS"/>
              </a:rPr>
              <a:t>Git</a:t>
            </a:r>
            <a:r>
              <a:rPr sz="2000" b="1" dirty="0">
                <a:latin typeface="Comic Sans MS"/>
                <a:cs typeface="Comic Sans MS"/>
              </a:rPr>
              <a:t> </a:t>
            </a:r>
            <a:r>
              <a:rPr sz="2000" b="1" spc="-5" dirty="0">
                <a:latin typeface="Comic Sans MS"/>
                <a:cs typeface="Comic Sans MS"/>
              </a:rPr>
              <a:t>and GitHub</a:t>
            </a:r>
            <a:endParaRPr sz="2000">
              <a:latin typeface="Comic Sans MS"/>
              <a:cs typeface="Comic Sans MS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000" b="1" spc="-5" dirty="0">
                <a:latin typeface="Comic Sans MS"/>
                <a:cs typeface="Comic Sans MS"/>
              </a:rPr>
              <a:t>Describe</a:t>
            </a:r>
            <a:r>
              <a:rPr sz="2000" b="1" dirty="0">
                <a:latin typeface="Comic Sans MS"/>
                <a:cs typeface="Comic Sans MS"/>
              </a:rPr>
              <a:t> </a:t>
            </a:r>
            <a:r>
              <a:rPr sz="2000" b="1" spc="-5" dirty="0">
                <a:latin typeface="Comic Sans MS"/>
                <a:cs typeface="Comic Sans MS"/>
              </a:rPr>
              <a:t>how</a:t>
            </a:r>
            <a:r>
              <a:rPr sz="2000" b="1" spc="-15" dirty="0">
                <a:latin typeface="Comic Sans MS"/>
                <a:cs typeface="Comic Sans MS"/>
              </a:rPr>
              <a:t> </a:t>
            </a:r>
            <a:r>
              <a:rPr sz="2000" b="1" spc="-5" dirty="0">
                <a:latin typeface="Comic Sans MS"/>
                <a:cs typeface="Comic Sans MS"/>
              </a:rPr>
              <a:t>to</a:t>
            </a:r>
            <a:r>
              <a:rPr sz="2000" b="1" spc="-10" dirty="0">
                <a:latin typeface="Comic Sans MS"/>
                <a:cs typeface="Comic Sans MS"/>
              </a:rPr>
              <a:t> </a:t>
            </a:r>
            <a:r>
              <a:rPr sz="2000" b="1" spc="-5" dirty="0">
                <a:latin typeface="Comic Sans MS"/>
                <a:cs typeface="Comic Sans MS"/>
              </a:rPr>
              <a:t>create a</a:t>
            </a:r>
            <a:r>
              <a:rPr sz="2000" b="1" spc="5" dirty="0">
                <a:latin typeface="Comic Sans MS"/>
                <a:cs typeface="Comic Sans MS"/>
              </a:rPr>
              <a:t> </a:t>
            </a:r>
            <a:r>
              <a:rPr sz="2000" b="1" spc="-10" dirty="0">
                <a:latin typeface="Comic Sans MS"/>
                <a:cs typeface="Comic Sans MS"/>
              </a:rPr>
              <a:t>GitHub</a:t>
            </a:r>
            <a:r>
              <a:rPr sz="2000" b="1" spc="5" dirty="0">
                <a:latin typeface="Comic Sans MS"/>
                <a:cs typeface="Comic Sans MS"/>
              </a:rPr>
              <a:t> </a:t>
            </a:r>
            <a:r>
              <a:rPr sz="2000" b="1" spc="-10" dirty="0">
                <a:latin typeface="Comic Sans MS"/>
                <a:cs typeface="Comic Sans MS"/>
              </a:rPr>
              <a:t>repository</a:t>
            </a:r>
            <a:endParaRPr sz="2000">
              <a:latin typeface="Comic Sans MS"/>
              <a:cs typeface="Comic Sans MS"/>
            </a:endParaRPr>
          </a:p>
          <a:p>
            <a:pPr marL="355600" marR="5080" indent="-342900">
              <a:lnSpc>
                <a:spcPct val="100000"/>
              </a:lnSpc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000" b="1" spc="-5" dirty="0">
                <a:latin typeface="Comic Sans MS"/>
                <a:cs typeface="Comic Sans MS"/>
              </a:rPr>
              <a:t>Describe</a:t>
            </a:r>
            <a:r>
              <a:rPr sz="2000" b="1" spc="5" dirty="0">
                <a:latin typeface="Comic Sans MS"/>
                <a:cs typeface="Comic Sans MS"/>
              </a:rPr>
              <a:t> </a:t>
            </a:r>
            <a:r>
              <a:rPr sz="2000" b="1" spc="-10" dirty="0">
                <a:latin typeface="Comic Sans MS"/>
                <a:cs typeface="Comic Sans MS"/>
              </a:rPr>
              <a:t>Branching,</a:t>
            </a:r>
            <a:r>
              <a:rPr sz="2000" b="1" spc="15" dirty="0">
                <a:latin typeface="Comic Sans MS"/>
                <a:cs typeface="Comic Sans MS"/>
              </a:rPr>
              <a:t> </a:t>
            </a:r>
            <a:r>
              <a:rPr sz="2000" b="1" spc="-5" dirty="0">
                <a:latin typeface="Comic Sans MS"/>
                <a:cs typeface="Comic Sans MS"/>
              </a:rPr>
              <a:t>Committing,</a:t>
            </a:r>
            <a:r>
              <a:rPr sz="2000" b="1" dirty="0">
                <a:latin typeface="Comic Sans MS"/>
                <a:cs typeface="Comic Sans MS"/>
              </a:rPr>
              <a:t> </a:t>
            </a:r>
            <a:r>
              <a:rPr sz="2000" b="1" spc="-5" dirty="0">
                <a:latin typeface="Comic Sans MS"/>
                <a:cs typeface="Comic Sans MS"/>
              </a:rPr>
              <a:t>and</a:t>
            </a:r>
            <a:r>
              <a:rPr sz="2000" b="1" spc="10" dirty="0">
                <a:latin typeface="Comic Sans MS"/>
                <a:cs typeface="Comic Sans MS"/>
              </a:rPr>
              <a:t> </a:t>
            </a:r>
            <a:r>
              <a:rPr sz="2000" b="1" spc="-5" dirty="0">
                <a:latin typeface="Comic Sans MS"/>
                <a:cs typeface="Comic Sans MS"/>
              </a:rPr>
              <a:t>Pulling</a:t>
            </a:r>
            <a:r>
              <a:rPr sz="2000" b="1" spc="20" dirty="0">
                <a:latin typeface="Comic Sans MS"/>
                <a:cs typeface="Comic Sans MS"/>
              </a:rPr>
              <a:t> </a:t>
            </a:r>
            <a:r>
              <a:rPr sz="2000" b="1" spc="-10" dirty="0">
                <a:latin typeface="Comic Sans MS"/>
                <a:cs typeface="Comic Sans MS"/>
              </a:rPr>
              <a:t>in </a:t>
            </a:r>
            <a:r>
              <a:rPr sz="2000" b="1" spc="-850" dirty="0">
                <a:latin typeface="Comic Sans MS"/>
                <a:cs typeface="Comic Sans MS"/>
              </a:rPr>
              <a:t> </a:t>
            </a:r>
            <a:r>
              <a:rPr sz="2000" b="1" spc="-5" dirty="0">
                <a:latin typeface="Comic Sans MS"/>
                <a:cs typeface="Comic Sans MS"/>
              </a:rPr>
              <a:t>GitHub</a:t>
            </a:r>
            <a:endParaRPr sz="20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395731"/>
            <a:ext cx="579564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INTRODUCTION</a:t>
            </a:r>
            <a:r>
              <a:rPr spc="-20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spc="-5" dirty="0"/>
              <a:t>GITHUB</a:t>
            </a:r>
            <a:r>
              <a:rPr spc="-40" dirty="0"/>
              <a:t> </a:t>
            </a:r>
            <a:r>
              <a:rPr dirty="0"/>
              <a:t>1-2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99338" y="970661"/>
            <a:ext cx="4674870" cy="1564640"/>
            <a:chOff x="299338" y="970661"/>
            <a:chExt cx="4674870" cy="1564640"/>
          </a:xfrm>
        </p:grpSpPr>
        <p:sp>
          <p:nvSpPr>
            <p:cNvPr id="4" name="object 4"/>
            <p:cNvSpPr/>
            <p:nvPr/>
          </p:nvSpPr>
          <p:spPr>
            <a:xfrm>
              <a:off x="312038" y="983361"/>
              <a:ext cx="4649470" cy="1539240"/>
            </a:xfrm>
            <a:custGeom>
              <a:avLst/>
              <a:gdLst/>
              <a:ahLst/>
              <a:cxnLst/>
              <a:rect l="l" t="t" r="r" b="b"/>
              <a:pathLst>
                <a:path w="4649470" h="1539239">
                  <a:moveTo>
                    <a:pt x="3879341" y="0"/>
                  </a:moveTo>
                  <a:lnTo>
                    <a:pt x="0" y="0"/>
                  </a:lnTo>
                  <a:lnTo>
                    <a:pt x="0" y="1539240"/>
                  </a:lnTo>
                  <a:lnTo>
                    <a:pt x="3879341" y="1539240"/>
                  </a:lnTo>
                  <a:lnTo>
                    <a:pt x="4648962" y="769620"/>
                  </a:lnTo>
                  <a:lnTo>
                    <a:pt x="3879341" y="0"/>
                  </a:lnTo>
                  <a:close/>
                </a:path>
              </a:pathLst>
            </a:custGeom>
            <a:solidFill>
              <a:srgbClr val="9B2C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12038" y="983361"/>
              <a:ext cx="4649470" cy="1539240"/>
            </a:xfrm>
            <a:custGeom>
              <a:avLst/>
              <a:gdLst/>
              <a:ahLst/>
              <a:cxnLst/>
              <a:rect l="l" t="t" r="r" b="b"/>
              <a:pathLst>
                <a:path w="4649470" h="1539239">
                  <a:moveTo>
                    <a:pt x="0" y="0"/>
                  </a:moveTo>
                  <a:lnTo>
                    <a:pt x="3879341" y="0"/>
                  </a:lnTo>
                  <a:lnTo>
                    <a:pt x="4648962" y="769620"/>
                  </a:lnTo>
                  <a:lnTo>
                    <a:pt x="3879341" y="1539240"/>
                  </a:lnTo>
                  <a:lnTo>
                    <a:pt x="0" y="1539240"/>
                  </a:lnTo>
                  <a:lnTo>
                    <a:pt x="0" y="0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26541" y="1445005"/>
            <a:ext cx="3907790" cy="58674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79730" marR="5080" indent="-367665">
              <a:lnSpc>
                <a:spcPct val="104400"/>
              </a:lnSpc>
              <a:spcBef>
                <a:spcPts val="5"/>
              </a:spcBef>
            </a:pP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Platform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for users to work together </a:t>
            </a:r>
            <a:r>
              <a:rPr sz="1800" spc="-52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and</a:t>
            </a:r>
            <a:r>
              <a:rPr sz="1800" spc="-1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create</a:t>
            </a:r>
            <a:r>
              <a:rPr sz="1800" spc="-1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collaborative</a:t>
            </a:r>
            <a:r>
              <a:rPr sz="1800" spc="-1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code</a:t>
            </a:r>
            <a:endParaRPr sz="1800">
              <a:latin typeface="Comic Sans MS"/>
              <a:cs typeface="Comic Sans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024884" y="970788"/>
            <a:ext cx="4674870" cy="1564640"/>
            <a:chOff x="4024884" y="970788"/>
            <a:chExt cx="4674870" cy="1564640"/>
          </a:xfrm>
        </p:grpSpPr>
        <p:sp>
          <p:nvSpPr>
            <p:cNvPr id="8" name="object 8"/>
            <p:cNvSpPr/>
            <p:nvPr/>
          </p:nvSpPr>
          <p:spPr>
            <a:xfrm>
              <a:off x="4037457" y="983361"/>
              <a:ext cx="4650105" cy="1539240"/>
            </a:xfrm>
            <a:custGeom>
              <a:avLst/>
              <a:gdLst/>
              <a:ahLst/>
              <a:cxnLst/>
              <a:rect l="l" t="t" r="r" b="b"/>
              <a:pathLst>
                <a:path w="4650105" h="1539239">
                  <a:moveTo>
                    <a:pt x="3880104" y="0"/>
                  </a:moveTo>
                  <a:lnTo>
                    <a:pt x="0" y="0"/>
                  </a:lnTo>
                  <a:lnTo>
                    <a:pt x="769620" y="769620"/>
                  </a:lnTo>
                  <a:lnTo>
                    <a:pt x="0" y="1539240"/>
                  </a:lnTo>
                  <a:lnTo>
                    <a:pt x="3880104" y="1539240"/>
                  </a:lnTo>
                  <a:lnTo>
                    <a:pt x="4649724" y="769620"/>
                  </a:lnTo>
                  <a:lnTo>
                    <a:pt x="3880104" y="0"/>
                  </a:lnTo>
                  <a:close/>
                </a:path>
              </a:pathLst>
            </a:custGeom>
            <a:solidFill>
              <a:srgbClr val="FF99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037457" y="983361"/>
              <a:ext cx="4650105" cy="1539240"/>
            </a:xfrm>
            <a:custGeom>
              <a:avLst/>
              <a:gdLst/>
              <a:ahLst/>
              <a:cxnLst/>
              <a:rect l="l" t="t" r="r" b="b"/>
              <a:pathLst>
                <a:path w="4650105" h="1539239">
                  <a:moveTo>
                    <a:pt x="0" y="0"/>
                  </a:moveTo>
                  <a:lnTo>
                    <a:pt x="3880104" y="0"/>
                  </a:lnTo>
                  <a:lnTo>
                    <a:pt x="4649724" y="769620"/>
                  </a:lnTo>
                  <a:lnTo>
                    <a:pt x="3880104" y="1539240"/>
                  </a:lnTo>
                  <a:lnTo>
                    <a:pt x="0" y="1539240"/>
                  </a:lnTo>
                  <a:lnTo>
                    <a:pt x="769620" y="769620"/>
                  </a:lnTo>
                  <a:lnTo>
                    <a:pt x="0" y="0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930140" y="1245870"/>
            <a:ext cx="2912110" cy="58674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640715" marR="5080" indent="-628650">
              <a:lnSpc>
                <a:spcPct val="104400"/>
              </a:lnSpc>
              <a:spcBef>
                <a:spcPts val="5"/>
              </a:spcBef>
            </a:pP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Setting</a:t>
            </a:r>
            <a:r>
              <a:rPr sz="1800" spc="-3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Up</a:t>
            </a:r>
            <a:r>
              <a:rPr sz="1800" spc="-2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and</a:t>
            </a:r>
            <a:r>
              <a:rPr sz="1800" spc="-2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Maintaining </a:t>
            </a:r>
            <a:r>
              <a:rPr sz="1800" spc="-52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code</a:t>
            </a:r>
            <a:r>
              <a:rPr sz="1800" spc="-1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on</a:t>
            </a:r>
            <a:r>
              <a:rPr sz="1800" spc="-1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GitHub</a:t>
            </a:r>
            <a:endParaRPr sz="1800">
              <a:latin typeface="Comic Sans MS"/>
              <a:cs typeface="Comic Sans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660642" y="3712464"/>
            <a:ext cx="1703070" cy="1700530"/>
            <a:chOff x="6660642" y="3712464"/>
            <a:chExt cx="1703070" cy="1700530"/>
          </a:xfrm>
        </p:grpSpPr>
        <p:sp>
          <p:nvSpPr>
            <p:cNvPr id="12" name="object 12"/>
            <p:cNvSpPr/>
            <p:nvPr/>
          </p:nvSpPr>
          <p:spPr>
            <a:xfrm>
              <a:off x="6673215" y="3725037"/>
              <a:ext cx="1678305" cy="540385"/>
            </a:xfrm>
            <a:custGeom>
              <a:avLst/>
              <a:gdLst/>
              <a:ahLst/>
              <a:cxnLst/>
              <a:rect l="l" t="t" r="r" b="b"/>
              <a:pathLst>
                <a:path w="1678304" h="540385">
                  <a:moveTo>
                    <a:pt x="1587881" y="0"/>
                  </a:moveTo>
                  <a:lnTo>
                    <a:pt x="90043" y="0"/>
                  </a:lnTo>
                  <a:lnTo>
                    <a:pt x="54971" y="7068"/>
                  </a:lnTo>
                  <a:lnTo>
                    <a:pt x="26352" y="26352"/>
                  </a:lnTo>
                  <a:lnTo>
                    <a:pt x="7068" y="54971"/>
                  </a:lnTo>
                  <a:lnTo>
                    <a:pt x="0" y="90043"/>
                  </a:lnTo>
                  <a:lnTo>
                    <a:pt x="0" y="450215"/>
                  </a:lnTo>
                  <a:lnTo>
                    <a:pt x="7068" y="485286"/>
                  </a:lnTo>
                  <a:lnTo>
                    <a:pt x="26352" y="513905"/>
                  </a:lnTo>
                  <a:lnTo>
                    <a:pt x="54971" y="533189"/>
                  </a:lnTo>
                  <a:lnTo>
                    <a:pt x="90043" y="540258"/>
                  </a:lnTo>
                  <a:lnTo>
                    <a:pt x="1587881" y="540258"/>
                  </a:lnTo>
                  <a:lnTo>
                    <a:pt x="1622952" y="533189"/>
                  </a:lnTo>
                  <a:lnTo>
                    <a:pt x="1651571" y="513905"/>
                  </a:lnTo>
                  <a:lnTo>
                    <a:pt x="1670855" y="485286"/>
                  </a:lnTo>
                  <a:lnTo>
                    <a:pt x="1677924" y="450215"/>
                  </a:lnTo>
                  <a:lnTo>
                    <a:pt x="1677924" y="90043"/>
                  </a:lnTo>
                  <a:lnTo>
                    <a:pt x="1670855" y="54971"/>
                  </a:lnTo>
                  <a:lnTo>
                    <a:pt x="1651571" y="26352"/>
                  </a:lnTo>
                  <a:lnTo>
                    <a:pt x="1622952" y="7068"/>
                  </a:lnTo>
                  <a:lnTo>
                    <a:pt x="1587881" y="0"/>
                  </a:lnTo>
                  <a:close/>
                </a:path>
              </a:pathLst>
            </a:custGeom>
            <a:solidFill>
              <a:srgbClr val="D247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673215" y="3725037"/>
              <a:ext cx="1678305" cy="540385"/>
            </a:xfrm>
            <a:custGeom>
              <a:avLst/>
              <a:gdLst/>
              <a:ahLst/>
              <a:cxnLst/>
              <a:rect l="l" t="t" r="r" b="b"/>
              <a:pathLst>
                <a:path w="1678304" h="540385">
                  <a:moveTo>
                    <a:pt x="0" y="90043"/>
                  </a:moveTo>
                  <a:lnTo>
                    <a:pt x="7068" y="54971"/>
                  </a:lnTo>
                  <a:lnTo>
                    <a:pt x="26352" y="26352"/>
                  </a:lnTo>
                  <a:lnTo>
                    <a:pt x="54971" y="7068"/>
                  </a:lnTo>
                  <a:lnTo>
                    <a:pt x="90043" y="0"/>
                  </a:lnTo>
                  <a:lnTo>
                    <a:pt x="1587881" y="0"/>
                  </a:lnTo>
                  <a:lnTo>
                    <a:pt x="1622952" y="7068"/>
                  </a:lnTo>
                  <a:lnTo>
                    <a:pt x="1651571" y="26352"/>
                  </a:lnTo>
                  <a:lnTo>
                    <a:pt x="1670855" y="54971"/>
                  </a:lnTo>
                  <a:lnTo>
                    <a:pt x="1677924" y="90043"/>
                  </a:lnTo>
                  <a:lnTo>
                    <a:pt x="1677924" y="450215"/>
                  </a:lnTo>
                  <a:lnTo>
                    <a:pt x="1670855" y="485286"/>
                  </a:lnTo>
                  <a:lnTo>
                    <a:pt x="1651571" y="513905"/>
                  </a:lnTo>
                  <a:lnTo>
                    <a:pt x="1622952" y="533189"/>
                  </a:lnTo>
                  <a:lnTo>
                    <a:pt x="1587881" y="540258"/>
                  </a:lnTo>
                  <a:lnTo>
                    <a:pt x="90043" y="540258"/>
                  </a:lnTo>
                  <a:lnTo>
                    <a:pt x="54971" y="533189"/>
                  </a:lnTo>
                  <a:lnTo>
                    <a:pt x="26352" y="513905"/>
                  </a:lnTo>
                  <a:lnTo>
                    <a:pt x="7068" y="485286"/>
                  </a:lnTo>
                  <a:lnTo>
                    <a:pt x="0" y="450215"/>
                  </a:lnTo>
                  <a:lnTo>
                    <a:pt x="0" y="90043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673215" y="4291965"/>
              <a:ext cx="1678305" cy="540385"/>
            </a:xfrm>
            <a:custGeom>
              <a:avLst/>
              <a:gdLst/>
              <a:ahLst/>
              <a:cxnLst/>
              <a:rect l="l" t="t" r="r" b="b"/>
              <a:pathLst>
                <a:path w="1678304" h="540385">
                  <a:moveTo>
                    <a:pt x="1587881" y="0"/>
                  </a:moveTo>
                  <a:lnTo>
                    <a:pt x="90043" y="0"/>
                  </a:lnTo>
                  <a:lnTo>
                    <a:pt x="54971" y="7068"/>
                  </a:lnTo>
                  <a:lnTo>
                    <a:pt x="26352" y="26352"/>
                  </a:lnTo>
                  <a:lnTo>
                    <a:pt x="7068" y="54971"/>
                  </a:lnTo>
                  <a:lnTo>
                    <a:pt x="0" y="90043"/>
                  </a:lnTo>
                  <a:lnTo>
                    <a:pt x="0" y="450215"/>
                  </a:lnTo>
                  <a:lnTo>
                    <a:pt x="7068" y="485286"/>
                  </a:lnTo>
                  <a:lnTo>
                    <a:pt x="26352" y="513905"/>
                  </a:lnTo>
                  <a:lnTo>
                    <a:pt x="54971" y="533189"/>
                  </a:lnTo>
                  <a:lnTo>
                    <a:pt x="90043" y="540258"/>
                  </a:lnTo>
                  <a:lnTo>
                    <a:pt x="1587881" y="540258"/>
                  </a:lnTo>
                  <a:lnTo>
                    <a:pt x="1622952" y="533189"/>
                  </a:lnTo>
                  <a:lnTo>
                    <a:pt x="1651571" y="513905"/>
                  </a:lnTo>
                  <a:lnTo>
                    <a:pt x="1670855" y="485286"/>
                  </a:lnTo>
                  <a:lnTo>
                    <a:pt x="1677924" y="450215"/>
                  </a:lnTo>
                  <a:lnTo>
                    <a:pt x="1677924" y="90043"/>
                  </a:lnTo>
                  <a:lnTo>
                    <a:pt x="1670855" y="54971"/>
                  </a:lnTo>
                  <a:lnTo>
                    <a:pt x="1651571" y="26352"/>
                  </a:lnTo>
                  <a:lnTo>
                    <a:pt x="1622952" y="7068"/>
                  </a:lnTo>
                  <a:lnTo>
                    <a:pt x="1587881" y="0"/>
                  </a:lnTo>
                  <a:close/>
                </a:path>
              </a:pathLst>
            </a:custGeom>
            <a:solidFill>
              <a:srgbClr val="D247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673215" y="4291965"/>
              <a:ext cx="1678305" cy="540385"/>
            </a:xfrm>
            <a:custGeom>
              <a:avLst/>
              <a:gdLst/>
              <a:ahLst/>
              <a:cxnLst/>
              <a:rect l="l" t="t" r="r" b="b"/>
              <a:pathLst>
                <a:path w="1678304" h="540385">
                  <a:moveTo>
                    <a:pt x="0" y="90043"/>
                  </a:moveTo>
                  <a:lnTo>
                    <a:pt x="7068" y="54971"/>
                  </a:lnTo>
                  <a:lnTo>
                    <a:pt x="26352" y="26352"/>
                  </a:lnTo>
                  <a:lnTo>
                    <a:pt x="54971" y="7068"/>
                  </a:lnTo>
                  <a:lnTo>
                    <a:pt x="90043" y="0"/>
                  </a:lnTo>
                  <a:lnTo>
                    <a:pt x="1587881" y="0"/>
                  </a:lnTo>
                  <a:lnTo>
                    <a:pt x="1622952" y="7068"/>
                  </a:lnTo>
                  <a:lnTo>
                    <a:pt x="1651571" y="26352"/>
                  </a:lnTo>
                  <a:lnTo>
                    <a:pt x="1670855" y="54971"/>
                  </a:lnTo>
                  <a:lnTo>
                    <a:pt x="1677924" y="90043"/>
                  </a:lnTo>
                  <a:lnTo>
                    <a:pt x="1677924" y="450215"/>
                  </a:lnTo>
                  <a:lnTo>
                    <a:pt x="1670855" y="485286"/>
                  </a:lnTo>
                  <a:lnTo>
                    <a:pt x="1651571" y="513905"/>
                  </a:lnTo>
                  <a:lnTo>
                    <a:pt x="1622952" y="533189"/>
                  </a:lnTo>
                  <a:lnTo>
                    <a:pt x="1587881" y="540258"/>
                  </a:lnTo>
                  <a:lnTo>
                    <a:pt x="90043" y="540258"/>
                  </a:lnTo>
                  <a:lnTo>
                    <a:pt x="54971" y="533189"/>
                  </a:lnTo>
                  <a:lnTo>
                    <a:pt x="26352" y="513905"/>
                  </a:lnTo>
                  <a:lnTo>
                    <a:pt x="7068" y="485286"/>
                  </a:lnTo>
                  <a:lnTo>
                    <a:pt x="0" y="450215"/>
                  </a:lnTo>
                  <a:lnTo>
                    <a:pt x="0" y="90043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673215" y="4859655"/>
              <a:ext cx="1678305" cy="540385"/>
            </a:xfrm>
            <a:custGeom>
              <a:avLst/>
              <a:gdLst/>
              <a:ahLst/>
              <a:cxnLst/>
              <a:rect l="l" t="t" r="r" b="b"/>
              <a:pathLst>
                <a:path w="1678304" h="540385">
                  <a:moveTo>
                    <a:pt x="1587881" y="0"/>
                  </a:moveTo>
                  <a:lnTo>
                    <a:pt x="90043" y="0"/>
                  </a:lnTo>
                  <a:lnTo>
                    <a:pt x="54971" y="7068"/>
                  </a:lnTo>
                  <a:lnTo>
                    <a:pt x="26352" y="26352"/>
                  </a:lnTo>
                  <a:lnTo>
                    <a:pt x="7068" y="54971"/>
                  </a:lnTo>
                  <a:lnTo>
                    <a:pt x="0" y="90043"/>
                  </a:lnTo>
                  <a:lnTo>
                    <a:pt x="0" y="450215"/>
                  </a:lnTo>
                  <a:lnTo>
                    <a:pt x="7068" y="485286"/>
                  </a:lnTo>
                  <a:lnTo>
                    <a:pt x="26352" y="513905"/>
                  </a:lnTo>
                  <a:lnTo>
                    <a:pt x="54971" y="533189"/>
                  </a:lnTo>
                  <a:lnTo>
                    <a:pt x="90043" y="540258"/>
                  </a:lnTo>
                  <a:lnTo>
                    <a:pt x="1587881" y="540258"/>
                  </a:lnTo>
                  <a:lnTo>
                    <a:pt x="1622952" y="533189"/>
                  </a:lnTo>
                  <a:lnTo>
                    <a:pt x="1651571" y="513905"/>
                  </a:lnTo>
                  <a:lnTo>
                    <a:pt x="1670855" y="485286"/>
                  </a:lnTo>
                  <a:lnTo>
                    <a:pt x="1677924" y="450215"/>
                  </a:lnTo>
                  <a:lnTo>
                    <a:pt x="1677924" y="90043"/>
                  </a:lnTo>
                  <a:lnTo>
                    <a:pt x="1670855" y="54971"/>
                  </a:lnTo>
                  <a:lnTo>
                    <a:pt x="1651571" y="26352"/>
                  </a:lnTo>
                  <a:lnTo>
                    <a:pt x="1622952" y="7068"/>
                  </a:lnTo>
                  <a:lnTo>
                    <a:pt x="1587881" y="0"/>
                  </a:lnTo>
                  <a:close/>
                </a:path>
              </a:pathLst>
            </a:custGeom>
            <a:solidFill>
              <a:srgbClr val="D247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673215" y="4859655"/>
              <a:ext cx="1678305" cy="540385"/>
            </a:xfrm>
            <a:custGeom>
              <a:avLst/>
              <a:gdLst/>
              <a:ahLst/>
              <a:cxnLst/>
              <a:rect l="l" t="t" r="r" b="b"/>
              <a:pathLst>
                <a:path w="1678304" h="540385">
                  <a:moveTo>
                    <a:pt x="0" y="90043"/>
                  </a:moveTo>
                  <a:lnTo>
                    <a:pt x="7068" y="54971"/>
                  </a:lnTo>
                  <a:lnTo>
                    <a:pt x="26352" y="26352"/>
                  </a:lnTo>
                  <a:lnTo>
                    <a:pt x="54971" y="7068"/>
                  </a:lnTo>
                  <a:lnTo>
                    <a:pt x="90043" y="0"/>
                  </a:lnTo>
                  <a:lnTo>
                    <a:pt x="1587881" y="0"/>
                  </a:lnTo>
                  <a:lnTo>
                    <a:pt x="1622952" y="7068"/>
                  </a:lnTo>
                  <a:lnTo>
                    <a:pt x="1651571" y="26352"/>
                  </a:lnTo>
                  <a:lnTo>
                    <a:pt x="1670855" y="54971"/>
                  </a:lnTo>
                  <a:lnTo>
                    <a:pt x="1677924" y="90043"/>
                  </a:lnTo>
                  <a:lnTo>
                    <a:pt x="1677924" y="450215"/>
                  </a:lnTo>
                  <a:lnTo>
                    <a:pt x="1670855" y="485286"/>
                  </a:lnTo>
                  <a:lnTo>
                    <a:pt x="1651571" y="513905"/>
                  </a:lnTo>
                  <a:lnTo>
                    <a:pt x="1622952" y="533189"/>
                  </a:lnTo>
                  <a:lnTo>
                    <a:pt x="1587881" y="540258"/>
                  </a:lnTo>
                  <a:lnTo>
                    <a:pt x="90043" y="540258"/>
                  </a:lnTo>
                  <a:lnTo>
                    <a:pt x="54971" y="533189"/>
                  </a:lnTo>
                  <a:lnTo>
                    <a:pt x="26352" y="513905"/>
                  </a:lnTo>
                  <a:lnTo>
                    <a:pt x="7068" y="485286"/>
                  </a:lnTo>
                  <a:lnTo>
                    <a:pt x="0" y="450215"/>
                  </a:lnTo>
                  <a:lnTo>
                    <a:pt x="0" y="90043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810756" y="3872738"/>
            <a:ext cx="1405890" cy="1461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7520">
              <a:lnSpc>
                <a:spcPct val="100000"/>
              </a:lnSpc>
              <a:spcBef>
                <a:spcPts val="100"/>
              </a:spcBef>
            </a:pPr>
            <a:r>
              <a:rPr sz="1300" spc="-5" dirty="0">
                <a:solidFill>
                  <a:srgbClr val="FFFFFF"/>
                </a:solidFill>
                <a:latin typeface="Comic Sans MS"/>
                <a:cs typeface="Comic Sans MS"/>
              </a:rPr>
              <a:t>Store</a:t>
            </a:r>
            <a:endParaRPr sz="13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050">
              <a:latin typeface="Comic Sans MS"/>
              <a:cs typeface="Comic Sans MS"/>
            </a:endParaRPr>
          </a:p>
          <a:p>
            <a:pPr marL="410845">
              <a:lnSpc>
                <a:spcPct val="100000"/>
              </a:lnSpc>
            </a:pPr>
            <a:r>
              <a:rPr sz="1300" dirty="0">
                <a:solidFill>
                  <a:srgbClr val="FFFFFF"/>
                </a:solidFill>
                <a:latin typeface="Comic Sans MS"/>
                <a:cs typeface="Comic Sans MS"/>
              </a:rPr>
              <a:t>Manage</a:t>
            </a:r>
            <a:endParaRPr sz="13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450">
              <a:latin typeface="Comic Sans MS"/>
              <a:cs typeface="Comic Sans MS"/>
            </a:endParaRPr>
          </a:p>
          <a:p>
            <a:pPr marL="78105" marR="5080" indent="-66040">
              <a:lnSpc>
                <a:spcPct val="104200"/>
              </a:lnSpc>
            </a:pPr>
            <a:r>
              <a:rPr sz="1300" dirty="0">
                <a:solidFill>
                  <a:srgbClr val="FFFFFF"/>
                </a:solidFill>
                <a:latin typeface="Comic Sans MS"/>
                <a:cs typeface="Comic Sans MS"/>
              </a:rPr>
              <a:t>Control</a:t>
            </a:r>
            <a:r>
              <a:rPr sz="1300" spc="-5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300" dirty="0">
                <a:solidFill>
                  <a:srgbClr val="FFFFFF"/>
                </a:solidFill>
                <a:latin typeface="Comic Sans MS"/>
                <a:cs typeface="Comic Sans MS"/>
              </a:rPr>
              <a:t>and</a:t>
            </a:r>
            <a:r>
              <a:rPr sz="1300" spc="-5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300" dirty="0">
                <a:solidFill>
                  <a:srgbClr val="FFFFFF"/>
                </a:solidFill>
                <a:latin typeface="Comic Sans MS"/>
                <a:cs typeface="Comic Sans MS"/>
              </a:rPr>
              <a:t>Track </a:t>
            </a:r>
            <a:r>
              <a:rPr sz="1300" spc="-37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Comic Sans MS"/>
                <a:cs typeface="Comic Sans MS"/>
              </a:rPr>
              <a:t>the</a:t>
            </a:r>
            <a:r>
              <a:rPr sz="1300" spc="-2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Comic Sans MS"/>
                <a:cs typeface="Comic Sans MS"/>
              </a:rPr>
              <a:t>repositories</a:t>
            </a:r>
            <a:endParaRPr sz="1300">
              <a:latin typeface="Comic Sans MS"/>
              <a:cs typeface="Comic Sans MS"/>
            </a:endParaRPr>
          </a:p>
        </p:txBody>
      </p: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8280" y="3677411"/>
            <a:ext cx="3779520" cy="1769364"/>
          </a:xfrm>
          <a:prstGeom prst="rect">
            <a:avLst/>
          </a:prstGeom>
        </p:spPr>
      </p:pic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45"/>
              </a:lnSpc>
            </a:pPr>
            <a:fld id="{81D60167-4931-47E6-BA6A-407CBD079E47}" type="slidenum">
              <a:rPr dirty="0"/>
              <a:t>3</a:t>
            </a:fld>
            <a:endParaRPr dirty="0"/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 dirty="0"/>
              <a:t>V  </a:t>
            </a:r>
            <a:r>
              <a:rPr spc="-105" dirty="0"/>
              <a:t> </a:t>
            </a:r>
            <a:r>
              <a:rPr dirty="0"/>
              <a:t>1</a:t>
            </a:r>
            <a:r>
              <a:rPr spc="-55" dirty="0"/>
              <a:t> </a:t>
            </a:r>
            <a:r>
              <a:rPr spc="10" dirty="0"/>
              <a:t>.</a:t>
            </a:r>
            <a:r>
              <a:rPr spc="-55" dirty="0"/>
              <a:t> </a:t>
            </a:r>
            <a:r>
              <a:rPr dirty="0"/>
              <a:t>0  </a:t>
            </a:r>
            <a:r>
              <a:rPr spc="-105" dirty="0"/>
              <a:t> </a:t>
            </a:r>
            <a:r>
              <a:rPr dirty="0"/>
              <a:t>©  </a:t>
            </a:r>
            <a:r>
              <a:rPr spc="-105" dirty="0"/>
              <a:t> </a:t>
            </a:r>
            <a:r>
              <a:rPr spc="-70" dirty="0"/>
              <a:t>A</a:t>
            </a:r>
            <a:r>
              <a:rPr spc="-60" dirty="0"/>
              <a:t> </a:t>
            </a:r>
            <a:r>
              <a:rPr spc="-40" dirty="0"/>
              <a:t>P</a:t>
            </a:r>
            <a:r>
              <a:rPr spc="-60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dirty="0"/>
              <a:t>C</a:t>
            </a:r>
            <a:r>
              <a:rPr spc="-55" dirty="0"/>
              <a:t> </a:t>
            </a:r>
            <a:r>
              <a:rPr dirty="0"/>
              <a:t>H  </a:t>
            </a:r>
            <a:r>
              <a:rPr spc="-95" dirty="0"/>
              <a:t> </a:t>
            </a:r>
            <a:r>
              <a:rPr spc="-10" dirty="0"/>
              <a:t>L</a:t>
            </a:r>
            <a:r>
              <a:rPr spc="-55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spc="10" dirty="0"/>
              <a:t>M</a:t>
            </a:r>
            <a:r>
              <a:rPr spc="-60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spc="-10" dirty="0"/>
              <a:t>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395731"/>
            <a:ext cx="585279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INTRODUCTION</a:t>
            </a:r>
            <a:r>
              <a:rPr spc="-20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spc="-5" dirty="0"/>
              <a:t>GITHUB</a:t>
            </a:r>
            <a:r>
              <a:rPr spc="-40" dirty="0"/>
              <a:t> </a:t>
            </a:r>
            <a:r>
              <a:rPr dirty="0"/>
              <a:t>2-2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99338" y="970661"/>
            <a:ext cx="4674870" cy="1564640"/>
            <a:chOff x="299338" y="970661"/>
            <a:chExt cx="4674870" cy="1564640"/>
          </a:xfrm>
        </p:grpSpPr>
        <p:sp>
          <p:nvSpPr>
            <p:cNvPr id="4" name="object 4"/>
            <p:cNvSpPr/>
            <p:nvPr/>
          </p:nvSpPr>
          <p:spPr>
            <a:xfrm>
              <a:off x="312038" y="983361"/>
              <a:ext cx="4649470" cy="1539240"/>
            </a:xfrm>
            <a:custGeom>
              <a:avLst/>
              <a:gdLst/>
              <a:ahLst/>
              <a:cxnLst/>
              <a:rect l="l" t="t" r="r" b="b"/>
              <a:pathLst>
                <a:path w="4649470" h="1539239">
                  <a:moveTo>
                    <a:pt x="3879341" y="0"/>
                  </a:moveTo>
                  <a:lnTo>
                    <a:pt x="0" y="0"/>
                  </a:lnTo>
                  <a:lnTo>
                    <a:pt x="0" y="1539240"/>
                  </a:lnTo>
                  <a:lnTo>
                    <a:pt x="3879341" y="1539240"/>
                  </a:lnTo>
                  <a:lnTo>
                    <a:pt x="4648962" y="769620"/>
                  </a:lnTo>
                  <a:lnTo>
                    <a:pt x="3879341" y="0"/>
                  </a:lnTo>
                  <a:close/>
                </a:path>
              </a:pathLst>
            </a:custGeom>
            <a:solidFill>
              <a:srgbClr val="9B2C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12038" y="983361"/>
              <a:ext cx="4649470" cy="1539240"/>
            </a:xfrm>
            <a:custGeom>
              <a:avLst/>
              <a:gdLst/>
              <a:ahLst/>
              <a:cxnLst/>
              <a:rect l="l" t="t" r="r" b="b"/>
              <a:pathLst>
                <a:path w="4649470" h="1539239">
                  <a:moveTo>
                    <a:pt x="0" y="0"/>
                  </a:moveTo>
                  <a:lnTo>
                    <a:pt x="3879341" y="0"/>
                  </a:lnTo>
                  <a:lnTo>
                    <a:pt x="4648962" y="769620"/>
                  </a:lnTo>
                  <a:lnTo>
                    <a:pt x="3879341" y="1539240"/>
                  </a:lnTo>
                  <a:lnTo>
                    <a:pt x="0" y="1539240"/>
                  </a:lnTo>
                  <a:lnTo>
                    <a:pt x="0" y="0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817625" y="1245870"/>
            <a:ext cx="3326765" cy="58674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3189" marR="5080" indent="-110489">
              <a:lnSpc>
                <a:spcPct val="104400"/>
              </a:lnSpc>
              <a:spcBef>
                <a:spcPts val="5"/>
              </a:spcBef>
            </a:pP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Public</a:t>
            </a:r>
            <a:r>
              <a:rPr sz="1800" spc="-2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account</a:t>
            </a:r>
            <a:r>
              <a:rPr sz="1800" spc="-2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are</a:t>
            </a:r>
            <a:r>
              <a:rPr sz="1800" spc="-2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free</a:t>
            </a:r>
            <a:r>
              <a:rPr sz="1800" spc="-2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of</a:t>
            </a:r>
            <a:r>
              <a:rPr sz="1800" spc="-2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cost </a:t>
            </a:r>
            <a:r>
              <a:rPr sz="1800" spc="-52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whereas</a:t>
            </a:r>
            <a:r>
              <a:rPr sz="1800" spc="-1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private</a:t>
            </a:r>
            <a:r>
              <a:rPr sz="1800" spc="-1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is</a:t>
            </a:r>
            <a:r>
              <a:rPr sz="1800" spc="-1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to</a:t>
            </a:r>
            <a:r>
              <a:rPr sz="1800" spc="-2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be</a:t>
            </a:r>
            <a:r>
              <a:rPr sz="1800" spc="-1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paid</a:t>
            </a:r>
            <a:endParaRPr sz="1800">
              <a:latin typeface="Comic Sans MS"/>
              <a:cs typeface="Comic Sans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024884" y="970788"/>
            <a:ext cx="4674870" cy="1564640"/>
            <a:chOff x="4024884" y="970788"/>
            <a:chExt cx="4674870" cy="1564640"/>
          </a:xfrm>
        </p:grpSpPr>
        <p:sp>
          <p:nvSpPr>
            <p:cNvPr id="8" name="object 8"/>
            <p:cNvSpPr/>
            <p:nvPr/>
          </p:nvSpPr>
          <p:spPr>
            <a:xfrm>
              <a:off x="4037457" y="983361"/>
              <a:ext cx="4650105" cy="1539240"/>
            </a:xfrm>
            <a:custGeom>
              <a:avLst/>
              <a:gdLst/>
              <a:ahLst/>
              <a:cxnLst/>
              <a:rect l="l" t="t" r="r" b="b"/>
              <a:pathLst>
                <a:path w="4650105" h="1539239">
                  <a:moveTo>
                    <a:pt x="3880104" y="0"/>
                  </a:moveTo>
                  <a:lnTo>
                    <a:pt x="0" y="0"/>
                  </a:lnTo>
                  <a:lnTo>
                    <a:pt x="769620" y="769620"/>
                  </a:lnTo>
                  <a:lnTo>
                    <a:pt x="0" y="1539240"/>
                  </a:lnTo>
                  <a:lnTo>
                    <a:pt x="3880104" y="1539240"/>
                  </a:lnTo>
                  <a:lnTo>
                    <a:pt x="4649724" y="769620"/>
                  </a:lnTo>
                  <a:lnTo>
                    <a:pt x="3880104" y="0"/>
                  </a:lnTo>
                  <a:close/>
                </a:path>
              </a:pathLst>
            </a:custGeom>
            <a:solidFill>
              <a:srgbClr val="FF99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037457" y="983361"/>
              <a:ext cx="4650105" cy="1539240"/>
            </a:xfrm>
            <a:custGeom>
              <a:avLst/>
              <a:gdLst/>
              <a:ahLst/>
              <a:cxnLst/>
              <a:rect l="l" t="t" r="r" b="b"/>
              <a:pathLst>
                <a:path w="4650105" h="1539239">
                  <a:moveTo>
                    <a:pt x="0" y="0"/>
                  </a:moveTo>
                  <a:lnTo>
                    <a:pt x="3880104" y="0"/>
                  </a:lnTo>
                  <a:lnTo>
                    <a:pt x="4649724" y="769620"/>
                  </a:lnTo>
                  <a:lnTo>
                    <a:pt x="3880104" y="1539240"/>
                  </a:lnTo>
                  <a:lnTo>
                    <a:pt x="0" y="1539240"/>
                  </a:lnTo>
                  <a:lnTo>
                    <a:pt x="769620" y="769620"/>
                  </a:lnTo>
                  <a:lnTo>
                    <a:pt x="0" y="0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196332" y="1245870"/>
            <a:ext cx="2379980" cy="98425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772160" marR="38100" indent="-725805">
              <a:lnSpc>
                <a:spcPct val="104400"/>
              </a:lnSpc>
              <a:spcBef>
                <a:spcPts val="5"/>
              </a:spcBef>
            </a:pP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View</a:t>
            </a:r>
            <a:r>
              <a:rPr sz="1800" spc="-3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the</a:t>
            </a:r>
            <a:r>
              <a:rPr sz="1800" spc="-3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repositories </a:t>
            </a:r>
            <a:r>
              <a:rPr sz="1800" spc="-52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created</a:t>
            </a:r>
            <a:endParaRPr sz="1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by</a:t>
            </a:r>
            <a:r>
              <a:rPr sz="1800" spc="-2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user</a:t>
            </a:r>
            <a:r>
              <a:rPr sz="1800" spc="-1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on</a:t>
            </a:r>
            <a:r>
              <a:rPr sz="1800" spc="-1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GitHub</a:t>
            </a:r>
            <a:endParaRPr sz="1800">
              <a:latin typeface="Comic Sans MS"/>
              <a:cs typeface="Comic Sans MS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3629" y="3346703"/>
            <a:ext cx="4419600" cy="2336292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45"/>
              </a:lnSpc>
            </a:pPr>
            <a:fld id="{81D60167-4931-47E6-BA6A-407CBD079E47}" type="slidenum">
              <a:rPr dirty="0"/>
              <a:t>4</a:t>
            </a:fld>
            <a:endParaRPr dirty="0"/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 dirty="0"/>
              <a:t>V  </a:t>
            </a:r>
            <a:r>
              <a:rPr spc="-105" dirty="0"/>
              <a:t> </a:t>
            </a:r>
            <a:r>
              <a:rPr dirty="0"/>
              <a:t>1</a:t>
            </a:r>
            <a:r>
              <a:rPr spc="-55" dirty="0"/>
              <a:t> </a:t>
            </a:r>
            <a:r>
              <a:rPr spc="10" dirty="0"/>
              <a:t>.</a:t>
            </a:r>
            <a:r>
              <a:rPr spc="-55" dirty="0"/>
              <a:t> </a:t>
            </a:r>
            <a:r>
              <a:rPr dirty="0"/>
              <a:t>0  </a:t>
            </a:r>
            <a:r>
              <a:rPr spc="-105" dirty="0"/>
              <a:t> </a:t>
            </a:r>
            <a:r>
              <a:rPr dirty="0"/>
              <a:t>©  </a:t>
            </a:r>
            <a:r>
              <a:rPr spc="-105" dirty="0"/>
              <a:t> </a:t>
            </a:r>
            <a:r>
              <a:rPr spc="-70" dirty="0"/>
              <a:t>A</a:t>
            </a:r>
            <a:r>
              <a:rPr spc="-60" dirty="0"/>
              <a:t> </a:t>
            </a:r>
            <a:r>
              <a:rPr spc="-40" dirty="0"/>
              <a:t>P</a:t>
            </a:r>
            <a:r>
              <a:rPr spc="-60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dirty="0"/>
              <a:t>C</a:t>
            </a:r>
            <a:r>
              <a:rPr spc="-55" dirty="0"/>
              <a:t> </a:t>
            </a:r>
            <a:r>
              <a:rPr dirty="0"/>
              <a:t>H  </a:t>
            </a:r>
            <a:r>
              <a:rPr spc="-95" dirty="0"/>
              <a:t> </a:t>
            </a:r>
            <a:r>
              <a:rPr spc="-10" dirty="0"/>
              <a:t>L</a:t>
            </a:r>
            <a:r>
              <a:rPr spc="-55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spc="10" dirty="0"/>
              <a:t>M</a:t>
            </a:r>
            <a:r>
              <a:rPr spc="-60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spc="-10" dirty="0"/>
              <a:t>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395731"/>
            <a:ext cx="520001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GITHUB</a:t>
            </a:r>
            <a:r>
              <a:rPr spc="-35" dirty="0"/>
              <a:t> </a:t>
            </a:r>
            <a:r>
              <a:rPr dirty="0"/>
              <a:t>WEB</a:t>
            </a:r>
            <a:r>
              <a:rPr spc="-15" dirty="0"/>
              <a:t> </a:t>
            </a:r>
            <a:r>
              <a:rPr spc="-5" dirty="0"/>
              <a:t>INTERFACE</a:t>
            </a:r>
            <a:r>
              <a:rPr spc="-15" dirty="0"/>
              <a:t> </a:t>
            </a:r>
            <a:r>
              <a:rPr spc="-10" dirty="0"/>
              <a:t>1-2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99338" y="970661"/>
            <a:ext cx="4674870" cy="1564640"/>
            <a:chOff x="299338" y="970661"/>
            <a:chExt cx="4674870" cy="1564640"/>
          </a:xfrm>
        </p:grpSpPr>
        <p:sp>
          <p:nvSpPr>
            <p:cNvPr id="4" name="object 4"/>
            <p:cNvSpPr/>
            <p:nvPr/>
          </p:nvSpPr>
          <p:spPr>
            <a:xfrm>
              <a:off x="312038" y="983361"/>
              <a:ext cx="4649470" cy="1539240"/>
            </a:xfrm>
            <a:custGeom>
              <a:avLst/>
              <a:gdLst/>
              <a:ahLst/>
              <a:cxnLst/>
              <a:rect l="l" t="t" r="r" b="b"/>
              <a:pathLst>
                <a:path w="4649470" h="1539239">
                  <a:moveTo>
                    <a:pt x="3879341" y="0"/>
                  </a:moveTo>
                  <a:lnTo>
                    <a:pt x="0" y="0"/>
                  </a:lnTo>
                  <a:lnTo>
                    <a:pt x="0" y="1539240"/>
                  </a:lnTo>
                  <a:lnTo>
                    <a:pt x="3879341" y="1539240"/>
                  </a:lnTo>
                  <a:lnTo>
                    <a:pt x="4648962" y="769620"/>
                  </a:lnTo>
                  <a:lnTo>
                    <a:pt x="3879341" y="0"/>
                  </a:lnTo>
                  <a:close/>
                </a:path>
              </a:pathLst>
            </a:custGeom>
            <a:solidFill>
              <a:srgbClr val="FF99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12038" y="983361"/>
              <a:ext cx="4649470" cy="1539240"/>
            </a:xfrm>
            <a:custGeom>
              <a:avLst/>
              <a:gdLst/>
              <a:ahLst/>
              <a:cxnLst/>
              <a:rect l="l" t="t" r="r" b="b"/>
              <a:pathLst>
                <a:path w="4649470" h="1539239">
                  <a:moveTo>
                    <a:pt x="0" y="0"/>
                  </a:moveTo>
                  <a:lnTo>
                    <a:pt x="3879341" y="0"/>
                  </a:lnTo>
                  <a:lnTo>
                    <a:pt x="4648962" y="769620"/>
                  </a:lnTo>
                  <a:lnTo>
                    <a:pt x="3879341" y="1539240"/>
                  </a:lnTo>
                  <a:lnTo>
                    <a:pt x="0" y="1539240"/>
                  </a:lnTo>
                  <a:lnTo>
                    <a:pt x="0" y="0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294638" y="1389379"/>
            <a:ext cx="23704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Collaboration</a:t>
            </a:r>
            <a:r>
              <a:rPr sz="1800" spc="-3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of</a:t>
            </a:r>
            <a:r>
              <a:rPr sz="1800" spc="-2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users</a:t>
            </a:r>
            <a:endParaRPr sz="1800">
              <a:latin typeface="Comic Sans MS"/>
              <a:cs typeface="Comic Sans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024884" y="970788"/>
            <a:ext cx="4674870" cy="1564640"/>
            <a:chOff x="4024884" y="970788"/>
            <a:chExt cx="4674870" cy="1564640"/>
          </a:xfrm>
        </p:grpSpPr>
        <p:sp>
          <p:nvSpPr>
            <p:cNvPr id="8" name="object 8"/>
            <p:cNvSpPr/>
            <p:nvPr/>
          </p:nvSpPr>
          <p:spPr>
            <a:xfrm>
              <a:off x="4037457" y="983361"/>
              <a:ext cx="4650105" cy="1539240"/>
            </a:xfrm>
            <a:custGeom>
              <a:avLst/>
              <a:gdLst/>
              <a:ahLst/>
              <a:cxnLst/>
              <a:rect l="l" t="t" r="r" b="b"/>
              <a:pathLst>
                <a:path w="4650105" h="1539239">
                  <a:moveTo>
                    <a:pt x="3880104" y="0"/>
                  </a:moveTo>
                  <a:lnTo>
                    <a:pt x="0" y="0"/>
                  </a:lnTo>
                  <a:lnTo>
                    <a:pt x="769620" y="769620"/>
                  </a:lnTo>
                  <a:lnTo>
                    <a:pt x="0" y="1539240"/>
                  </a:lnTo>
                  <a:lnTo>
                    <a:pt x="3880104" y="1539240"/>
                  </a:lnTo>
                  <a:lnTo>
                    <a:pt x="4649724" y="769620"/>
                  </a:lnTo>
                  <a:lnTo>
                    <a:pt x="3880104" y="0"/>
                  </a:lnTo>
                  <a:close/>
                </a:path>
              </a:pathLst>
            </a:custGeom>
            <a:solidFill>
              <a:srgbClr val="9B2C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037457" y="983361"/>
              <a:ext cx="4650105" cy="1539240"/>
            </a:xfrm>
            <a:custGeom>
              <a:avLst/>
              <a:gdLst/>
              <a:ahLst/>
              <a:cxnLst/>
              <a:rect l="l" t="t" r="r" b="b"/>
              <a:pathLst>
                <a:path w="4650105" h="1539239">
                  <a:moveTo>
                    <a:pt x="0" y="0"/>
                  </a:moveTo>
                  <a:lnTo>
                    <a:pt x="3880104" y="0"/>
                  </a:lnTo>
                  <a:lnTo>
                    <a:pt x="4649724" y="769620"/>
                  </a:lnTo>
                  <a:lnTo>
                    <a:pt x="3880104" y="1539240"/>
                  </a:lnTo>
                  <a:lnTo>
                    <a:pt x="0" y="1539240"/>
                  </a:lnTo>
                  <a:lnTo>
                    <a:pt x="769620" y="769620"/>
                  </a:lnTo>
                  <a:lnTo>
                    <a:pt x="0" y="0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916423" y="1389379"/>
            <a:ext cx="2941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Extend</a:t>
            </a:r>
            <a:r>
              <a:rPr sz="1800" spc="-2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and</a:t>
            </a:r>
            <a:r>
              <a:rPr sz="1800" spc="-2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Explore</a:t>
            </a:r>
            <a:r>
              <a:rPr sz="1800" spc="-2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GitHub</a:t>
            </a:r>
            <a:endParaRPr sz="1800">
              <a:latin typeface="Comic Sans MS"/>
              <a:cs typeface="Comic Sans MS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2900" y="3048000"/>
            <a:ext cx="3162300" cy="167640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74770" y="3048000"/>
            <a:ext cx="4831080" cy="2731770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901700" y="4773929"/>
            <a:ext cx="7440930" cy="1587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135880">
              <a:lnSpc>
                <a:spcPct val="100000"/>
              </a:lnSpc>
              <a:spcBef>
                <a:spcPts val="95"/>
              </a:spcBef>
            </a:pPr>
            <a:r>
              <a:rPr sz="1700" b="1" spc="-5" dirty="0">
                <a:latin typeface="Comic Sans MS"/>
                <a:cs typeface="Comic Sans MS"/>
              </a:rPr>
              <a:t>Marketplace</a:t>
            </a:r>
            <a:r>
              <a:rPr sz="1700" b="1" spc="5" dirty="0">
                <a:latin typeface="Comic Sans MS"/>
                <a:cs typeface="Comic Sans MS"/>
              </a:rPr>
              <a:t> </a:t>
            </a:r>
            <a:r>
              <a:rPr sz="1700" b="1" spc="-5" dirty="0">
                <a:latin typeface="Comic Sans MS"/>
                <a:cs typeface="Comic Sans MS"/>
              </a:rPr>
              <a:t>menu </a:t>
            </a:r>
            <a:r>
              <a:rPr sz="1700" b="1" dirty="0">
                <a:latin typeface="Comic Sans MS"/>
                <a:cs typeface="Comic Sans MS"/>
              </a:rPr>
              <a:t> </a:t>
            </a:r>
            <a:r>
              <a:rPr sz="1700" b="1" spc="-10" dirty="0">
                <a:latin typeface="Comic Sans MS"/>
                <a:cs typeface="Comic Sans MS"/>
              </a:rPr>
              <a:t>displays</a:t>
            </a:r>
            <a:r>
              <a:rPr sz="1700" b="1" dirty="0">
                <a:latin typeface="Comic Sans MS"/>
                <a:cs typeface="Comic Sans MS"/>
              </a:rPr>
              <a:t> </a:t>
            </a:r>
            <a:r>
              <a:rPr sz="1700" b="1" spc="-10" dirty="0">
                <a:latin typeface="Comic Sans MS"/>
                <a:cs typeface="Comic Sans MS"/>
              </a:rPr>
              <a:t>tools/apps</a:t>
            </a:r>
            <a:r>
              <a:rPr sz="1700" b="1" spc="15" dirty="0">
                <a:latin typeface="Comic Sans MS"/>
                <a:cs typeface="Comic Sans MS"/>
              </a:rPr>
              <a:t> </a:t>
            </a:r>
            <a:r>
              <a:rPr sz="1700" b="1" spc="-5" dirty="0">
                <a:latin typeface="Comic Sans MS"/>
                <a:cs typeface="Comic Sans MS"/>
              </a:rPr>
              <a:t>on </a:t>
            </a:r>
            <a:r>
              <a:rPr sz="1700" b="1" spc="-725" dirty="0">
                <a:latin typeface="Comic Sans MS"/>
                <a:cs typeface="Comic Sans MS"/>
              </a:rPr>
              <a:t> </a:t>
            </a:r>
            <a:r>
              <a:rPr sz="1700" b="1" spc="-5" dirty="0">
                <a:latin typeface="Comic Sans MS"/>
                <a:cs typeface="Comic Sans MS"/>
              </a:rPr>
              <a:t>GitHub</a:t>
            </a:r>
            <a:endParaRPr sz="17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500">
              <a:latin typeface="Comic Sans MS"/>
              <a:cs typeface="Comic Sans MS"/>
            </a:endParaRPr>
          </a:p>
          <a:p>
            <a:pPr marL="3277870" marR="5080">
              <a:lnSpc>
                <a:spcPct val="100000"/>
              </a:lnSpc>
            </a:pPr>
            <a:r>
              <a:rPr sz="1700" b="1" spc="-5" dirty="0">
                <a:latin typeface="Comic Sans MS"/>
                <a:cs typeface="Comic Sans MS"/>
              </a:rPr>
              <a:t>Enables</a:t>
            </a:r>
            <a:r>
              <a:rPr sz="1700" b="1" spc="10" dirty="0">
                <a:latin typeface="Comic Sans MS"/>
                <a:cs typeface="Comic Sans MS"/>
              </a:rPr>
              <a:t> </a:t>
            </a:r>
            <a:r>
              <a:rPr sz="1700" b="1" spc="-5" dirty="0">
                <a:latin typeface="Comic Sans MS"/>
                <a:cs typeface="Comic Sans MS"/>
              </a:rPr>
              <a:t>users</a:t>
            </a:r>
            <a:r>
              <a:rPr sz="1700" b="1" dirty="0">
                <a:latin typeface="Comic Sans MS"/>
                <a:cs typeface="Comic Sans MS"/>
              </a:rPr>
              <a:t> </a:t>
            </a:r>
            <a:r>
              <a:rPr sz="1700" b="1" spc="-5" dirty="0">
                <a:latin typeface="Comic Sans MS"/>
                <a:cs typeface="Comic Sans MS"/>
              </a:rPr>
              <a:t>to</a:t>
            </a:r>
            <a:r>
              <a:rPr sz="1700" b="1" spc="10" dirty="0">
                <a:latin typeface="Comic Sans MS"/>
                <a:cs typeface="Comic Sans MS"/>
              </a:rPr>
              <a:t> </a:t>
            </a:r>
            <a:r>
              <a:rPr sz="1700" b="1" spc="-10" dirty="0">
                <a:latin typeface="Comic Sans MS"/>
                <a:cs typeface="Comic Sans MS"/>
              </a:rPr>
              <a:t>check</a:t>
            </a:r>
            <a:r>
              <a:rPr sz="1700" b="1" spc="10" dirty="0">
                <a:latin typeface="Comic Sans MS"/>
                <a:cs typeface="Comic Sans MS"/>
              </a:rPr>
              <a:t> </a:t>
            </a:r>
            <a:r>
              <a:rPr sz="1700" b="1" spc="-10" dirty="0">
                <a:latin typeface="Comic Sans MS"/>
                <a:cs typeface="Comic Sans MS"/>
              </a:rPr>
              <a:t>topics,</a:t>
            </a:r>
            <a:r>
              <a:rPr sz="1700" b="1" spc="20" dirty="0">
                <a:latin typeface="Comic Sans MS"/>
                <a:cs typeface="Comic Sans MS"/>
              </a:rPr>
              <a:t> </a:t>
            </a:r>
            <a:r>
              <a:rPr sz="1700" b="1" spc="-10" dirty="0">
                <a:latin typeface="Comic Sans MS"/>
                <a:cs typeface="Comic Sans MS"/>
              </a:rPr>
              <a:t>trending </a:t>
            </a:r>
            <a:r>
              <a:rPr sz="1700" b="1" spc="-725" dirty="0">
                <a:latin typeface="Comic Sans MS"/>
                <a:cs typeface="Comic Sans MS"/>
              </a:rPr>
              <a:t> </a:t>
            </a:r>
            <a:r>
              <a:rPr sz="1700" b="1" spc="-10" dirty="0">
                <a:latin typeface="Comic Sans MS"/>
                <a:cs typeface="Comic Sans MS"/>
              </a:rPr>
              <a:t>repositories,</a:t>
            </a:r>
            <a:r>
              <a:rPr sz="1700" b="1" dirty="0">
                <a:latin typeface="Comic Sans MS"/>
                <a:cs typeface="Comic Sans MS"/>
              </a:rPr>
              <a:t> </a:t>
            </a:r>
            <a:r>
              <a:rPr sz="1700" b="1" spc="-5" dirty="0">
                <a:latin typeface="Comic Sans MS"/>
                <a:cs typeface="Comic Sans MS"/>
              </a:rPr>
              <a:t>and</a:t>
            </a:r>
            <a:r>
              <a:rPr sz="1700" b="1" spc="5" dirty="0">
                <a:latin typeface="Comic Sans MS"/>
                <a:cs typeface="Comic Sans MS"/>
              </a:rPr>
              <a:t> </a:t>
            </a:r>
            <a:r>
              <a:rPr sz="1700" b="1" spc="-5" dirty="0">
                <a:latin typeface="Comic Sans MS"/>
                <a:cs typeface="Comic Sans MS"/>
              </a:rPr>
              <a:t>more</a:t>
            </a:r>
            <a:endParaRPr sz="1700">
              <a:latin typeface="Comic Sans MS"/>
              <a:cs typeface="Comic Sans MS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45"/>
              </a:lnSpc>
            </a:pPr>
            <a:fld id="{81D60167-4931-47E6-BA6A-407CBD079E47}" type="slidenum">
              <a:rPr dirty="0"/>
              <a:t>5</a:t>
            </a:fld>
            <a:endParaRPr dirty="0"/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 dirty="0"/>
              <a:t>V  </a:t>
            </a:r>
            <a:r>
              <a:rPr spc="-105" dirty="0"/>
              <a:t> </a:t>
            </a:r>
            <a:r>
              <a:rPr dirty="0"/>
              <a:t>1</a:t>
            </a:r>
            <a:r>
              <a:rPr spc="-55" dirty="0"/>
              <a:t> </a:t>
            </a:r>
            <a:r>
              <a:rPr spc="10" dirty="0"/>
              <a:t>.</a:t>
            </a:r>
            <a:r>
              <a:rPr spc="-55" dirty="0"/>
              <a:t> </a:t>
            </a:r>
            <a:r>
              <a:rPr dirty="0"/>
              <a:t>0  </a:t>
            </a:r>
            <a:r>
              <a:rPr spc="-105" dirty="0"/>
              <a:t> </a:t>
            </a:r>
            <a:r>
              <a:rPr dirty="0"/>
              <a:t>©  </a:t>
            </a:r>
            <a:r>
              <a:rPr spc="-105" dirty="0"/>
              <a:t> </a:t>
            </a:r>
            <a:r>
              <a:rPr spc="-70" dirty="0"/>
              <a:t>A</a:t>
            </a:r>
            <a:r>
              <a:rPr spc="-60" dirty="0"/>
              <a:t> </a:t>
            </a:r>
            <a:r>
              <a:rPr spc="-40" dirty="0"/>
              <a:t>P</a:t>
            </a:r>
            <a:r>
              <a:rPr spc="-60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dirty="0"/>
              <a:t>C</a:t>
            </a:r>
            <a:r>
              <a:rPr spc="-55" dirty="0"/>
              <a:t> </a:t>
            </a:r>
            <a:r>
              <a:rPr dirty="0"/>
              <a:t>H  </a:t>
            </a:r>
            <a:r>
              <a:rPr spc="-95" dirty="0"/>
              <a:t> </a:t>
            </a:r>
            <a:r>
              <a:rPr spc="-10" dirty="0"/>
              <a:t>L</a:t>
            </a:r>
            <a:r>
              <a:rPr spc="-55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spc="10" dirty="0"/>
              <a:t>M</a:t>
            </a:r>
            <a:r>
              <a:rPr spc="-60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spc="-10" dirty="0"/>
              <a:t>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395731"/>
            <a:ext cx="525716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GITHUB</a:t>
            </a:r>
            <a:r>
              <a:rPr spc="-35" dirty="0"/>
              <a:t> </a:t>
            </a:r>
            <a:r>
              <a:rPr dirty="0"/>
              <a:t>WEB</a:t>
            </a:r>
            <a:r>
              <a:rPr spc="-15" dirty="0"/>
              <a:t> </a:t>
            </a:r>
            <a:r>
              <a:rPr spc="-5" dirty="0"/>
              <a:t>INTERFACE</a:t>
            </a:r>
            <a:r>
              <a:rPr spc="-15" dirty="0"/>
              <a:t> </a:t>
            </a:r>
            <a:r>
              <a:rPr spc="-10" dirty="0"/>
              <a:t>2-2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99338" y="970661"/>
            <a:ext cx="4674870" cy="1564640"/>
            <a:chOff x="299338" y="970661"/>
            <a:chExt cx="4674870" cy="1564640"/>
          </a:xfrm>
        </p:grpSpPr>
        <p:sp>
          <p:nvSpPr>
            <p:cNvPr id="4" name="object 4"/>
            <p:cNvSpPr/>
            <p:nvPr/>
          </p:nvSpPr>
          <p:spPr>
            <a:xfrm>
              <a:off x="312038" y="983361"/>
              <a:ext cx="4649470" cy="1539240"/>
            </a:xfrm>
            <a:custGeom>
              <a:avLst/>
              <a:gdLst/>
              <a:ahLst/>
              <a:cxnLst/>
              <a:rect l="l" t="t" r="r" b="b"/>
              <a:pathLst>
                <a:path w="4649470" h="1539239">
                  <a:moveTo>
                    <a:pt x="3879341" y="0"/>
                  </a:moveTo>
                  <a:lnTo>
                    <a:pt x="0" y="0"/>
                  </a:lnTo>
                  <a:lnTo>
                    <a:pt x="0" y="1539240"/>
                  </a:lnTo>
                  <a:lnTo>
                    <a:pt x="3879341" y="1539240"/>
                  </a:lnTo>
                  <a:lnTo>
                    <a:pt x="4648962" y="769620"/>
                  </a:lnTo>
                  <a:lnTo>
                    <a:pt x="3879341" y="0"/>
                  </a:lnTo>
                  <a:close/>
                </a:path>
              </a:pathLst>
            </a:custGeom>
            <a:solidFill>
              <a:srgbClr val="9B2C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12038" y="983361"/>
              <a:ext cx="4649470" cy="1539240"/>
            </a:xfrm>
            <a:custGeom>
              <a:avLst/>
              <a:gdLst/>
              <a:ahLst/>
              <a:cxnLst/>
              <a:rect l="l" t="t" r="r" b="b"/>
              <a:pathLst>
                <a:path w="4649470" h="1539239">
                  <a:moveTo>
                    <a:pt x="0" y="0"/>
                  </a:moveTo>
                  <a:lnTo>
                    <a:pt x="3879341" y="0"/>
                  </a:lnTo>
                  <a:lnTo>
                    <a:pt x="4648962" y="769620"/>
                  </a:lnTo>
                  <a:lnTo>
                    <a:pt x="3879341" y="1539240"/>
                  </a:lnTo>
                  <a:lnTo>
                    <a:pt x="0" y="1539240"/>
                  </a:lnTo>
                  <a:lnTo>
                    <a:pt x="0" y="0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476755" y="1588261"/>
            <a:ext cx="2007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Cloning</a:t>
            </a:r>
            <a:r>
              <a:rPr sz="1800" spc="-8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Mechanism</a:t>
            </a:r>
            <a:endParaRPr sz="1800">
              <a:latin typeface="Comic Sans MS"/>
              <a:cs typeface="Comic Sans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024884" y="970788"/>
            <a:ext cx="4674870" cy="1564640"/>
            <a:chOff x="4024884" y="970788"/>
            <a:chExt cx="4674870" cy="1564640"/>
          </a:xfrm>
        </p:grpSpPr>
        <p:sp>
          <p:nvSpPr>
            <p:cNvPr id="8" name="object 8"/>
            <p:cNvSpPr/>
            <p:nvPr/>
          </p:nvSpPr>
          <p:spPr>
            <a:xfrm>
              <a:off x="4037457" y="983361"/>
              <a:ext cx="4650105" cy="1539240"/>
            </a:xfrm>
            <a:custGeom>
              <a:avLst/>
              <a:gdLst/>
              <a:ahLst/>
              <a:cxnLst/>
              <a:rect l="l" t="t" r="r" b="b"/>
              <a:pathLst>
                <a:path w="4650105" h="1539239">
                  <a:moveTo>
                    <a:pt x="3880104" y="0"/>
                  </a:moveTo>
                  <a:lnTo>
                    <a:pt x="0" y="0"/>
                  </a:lnTo>
                  <a:lnTo>
                    <a:pt x="769620" y="769620"/>
                  </a:lnTo>
                  <a:lnTo>
                    <a:pt x="0" y="1539240"/>
                  </a:lnTo>
                  <a:lnTo>
                    <a:pt x="3880104" y="1539240"/>
                  </a:lnTo>
                  <a:lnTo>
                    <a:pt x="4649724" y="769620"/>
                  </a:lnTo>
                  <a:lnTo>
                    <a:pt x="3880104" y="0"/>
                  </a:lnTo>
                  <a:close/>
                </a:path>
              </a:pathLst>
            </a:custGeom>
            <a:solidFill>
              <a:srgbClr val="FF99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037457" y="983361"/>
              <a:ext cx="4650105" cy="1539240"/>
            </a:xfrm>
            <a:custGeom>
              <a:avLst/>
              <a:gdLst/>
              <a:ahLst/>
              <a:cxnLst/>
              <a:rect l="l" t="t" r="r" b="b"/>
              <a:pathLst>
                <a:path w="4650105" h="1539239">
                  <a:moveTo>
                    <a:pt x="0" y="0"/>
                  </a:moveTo>
                  <a:lnTo>
                    <a:pt x="3880104" y="0"/>
                  </a:lnTo>
                  <a:lnTo>
                    <a:pt x="4649724" y="769620"/>
                  </a:lnTo>
                  <a:lnTo>
                    <a:pt x="3880104" y="1539240"/>
                  </a:lnTo>
                  <a:lnTo>
                    <a:pt x="0" y="1539240"/>
                  </a:lnTo>
                  <a:lnTo>
                    <a:pt x="769620" y="769620"/>
                  </a:lnTo>
                  <a:lnTo>
                    <a:pt x="0" y="0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87594" y="1588261"/>
            <a:ext cx="20008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Process</a:t>
            </a:r>
            <a:r>
              <a:rPr sz="1800" spc="-5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of</a:t>
            </a:r>
            <a:r>
              <a:rPr sz="1800" spc="-4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Pushing</a:t>
            </a:r>
            <a:endParaRPr sz="1800">
              <a:latin typeface="Comic Sans MS"/>
              <a:cs typeface="Comic Sans MS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2958083"/>
            <a:ext cx="3962400" cy="3048762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95800" y="3186683"/>
            <a:ext cx="4191000" cy="2604516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547369" y="5999226"/>
            <a:ext cx="2411095" cy="389255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 marR="5080">
              <a:lnSpc>
                <a:spcPts val="1420"/>
              </a:lnSpc>
              <a:spcBef>
                <a:spcPts val="165"/>
              </a:spcBef>
            </a:pPr>
            <a:r>
              <a:rPr sz="1200" i="1" spc="-20" dirty="0">
                <a:latin typeface="Franklin Gothic Medium"/>
                <a:cs typeface="Franklin Gothic Medium"/>
              </a:rPr>
              <a:t>Image </a:t>
            </a:r>
            <a:r>
              <a:rPr sz="1200" i="1" spc="-10" dirty="0">
                <a:latin typeface="Franklin Gothic Medium"/>
                <a:cs typeface="Franklin Gothic Medium"/>
              </a:rPr>
              <a:t>Courtesy: </a:t>
            </a:r>
            <a:r>
              <a:rPr sz="1200" i="1" dirty="0">
                <a:latin typeface="Franklin Gothic Medium"/>
                <a:cs typeface="Franklin Gothic Medium"/>
                <a:hlinkClick r:id="rId4"/>
              </a:rPr>
              <a:t>http://jlord.us/git- </a:t>
            </a:r>
            <a:r>
              <a:rPr sz="1200" i="1" spc="5" dirty="0">
                <a:latin typeface="Franklin Gothic Medium"/>
                <a:cs typeface="Franklin Gothic Medium"/>
              </a:rPr>
              <a:t> </a:t>
            </a:r>
            <a:r>
              <a:rPr sz="1200" i="1" spc="-10" dirty="0">
                <a:latin typeface="Franklin Gothic Medium"/>
                <a:cs typeface="Franklin Gothic Medium"/>
              </a:rPr>
              <a:t>it/challenges/forks_and_clones.html</a:t>
            </a:r>
            <a:endParaRPr sz="1200">
              <a:latin typeface="Franklin Gothic Medium"/>
              <a:cs typeface="Franklin Gothic Medium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45"/>
              </a:lnSpc>
            </a:pPr>
            <a:fld id="{81D60167-4931-47E6-BA6A-407CBD079E47}" type="slidenum">
              <a:rPr dirty="0"/>
              <a:t>6</a:t>
            </a:fld>
            <a:endParaRPr dirty="0"/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 dirty="0"/>
              <a:t>V  </a:t>
            </a:r>
            <a:r>
              <a:rPr spc="-105" dirty="0"/>
              <a:t> </a:t>
            </a:r>
            <a:r>
              <a:rPr dirty="0"/>
              <a:t>1</a:t>
            </a:r>
            <a:r>
              <a:rPr spc="-55" dirty="0"/>
              <a:t> </a:t>
            </a:r>
            <a:r>
              <a:rPr spc="10" dirty="0"/>
              <a:t>.</a:t>
            </a:r>
            <a:r>
              <a:rPr spc="-55" dirty="0"/>
              <a:t> </a:t>
            </a:r>
            <a:r>
              <a:rPr dirty="0"/>
              <a:t>0  </a:t>
            </a:r>
            <a:r>
              <a:rPr spc="-105" dirty="0"/>
              <a:t> </a:t>
            </a:r>
            <a:r>
              <a:rPr dirty="0"/>
              <a:t>©  </a:t>
            </a:r>
            <a:r>
              <a:rPr spc="-105" dirty="0"/>
              <a:t> </a:t>
            </a:r>
            <a:r>
              <a:rPr spc="-70" dirty="0"/>
              <a:t>A</a:t>
            </a:r>
            <a:r>
              <a:rPr spc="-60" dirty="0"/>
              <a:t> </a:t>
            </a:r>
            <a:r>
              <a:rPr spc="-40" dirty="0"/>
              <a:t>P</a:t>
            </a:r>
            <a:r>
              <a:rPr spc="-60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dirty="0"/>
              <a:t>C</a:t>
            </a:r>
            <a:r>
              <a:rPr spc="-55" dirty="0"/>
              <a:t> </a:t>
            </a:r>
            <a:r>
              <a:rPr dirty="0"/>
              <a:t>H  </a:t>
            </a:r>
            <a:r>
              <a:rPr spc="-95" dirty="0"/>
              <a:t> </a:t>
            </a:r>
            <a:r>
              <a:rPr spc="-10" dirty="0"/>
              <a:t>L</a:t>
            </a:r>
            <a:r>
              <a:rPr spc="-55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spc="10" dirty="0"/>
              <a:t>M</a:t>
            </a:r>
            <a:r>
              <a:rPr spc="-60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spc="-10" dirty="0"/>
              <a:t>D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346194" y="5818378"/>
            <a:ext cx="4559935" cy="673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</a:pPr>
            <a:r>
              <a:rPr sz="1200" i="1" spc="-20" dirty="0">
                <a:latin typeface="Franklin Gothic Medium"/>
                <a:cs typeface="Franklin Gothic Medium"/>
              </a:rPr>
              <a:t>Image</a:t>
            </a:r>
            <a:r>
              <a:rPr sz="1200" i="1" spc="20" dirty="0">
                <a:latin typeface="Franklin Gothic Medium"/>
                <a:cs typeface="Franklin Gothic Medium"/>
              </a:rPr>
              <a:t> </a:t>
            </a:r>
            <a:r>
              <a:rPr sz="1200" i="1" spc="-10" dirty="0">
                <a:latin typeface="Franklin Gothic Medium"/>
                <a:cs typeface="Franklin Gothic Medium"/>
              </a:rPr>
              <a:t>Courtesy:</a:t>
            </a:r>
            <a:r>
              <a:rPr sz="1200" i="1" spc="35" dirty="0">
                <a:latin typeface="Franklin Gothic Medium"/>
                <a:cs typeface="Franklin Gothic Medium"/>
              </a:rPr>
              <a:t> </a:t>
            </a:r>
            <a:r>
              <a:rPr sz="1200" i="1" spc="-10" dirty="0">
                <a:latin typeface="Franklin Gothic Medium"/>
                <a:cs typeface="Franklin Gothic Medium"/>
              </a:rPr>
              <a:t>https://levelup.gitconnected.com/how-to-sync-forked- </a:t>
            </a:r>
            <a:r>
              <a:rPr sz="1200" i="1" spc="-285" dirty="0">
                <a:latin typeface="Franklin Gothic Medium"/>
                <a:cs typeface="Franklin Gothic Medium"/>
              </a:rPr>
              <a:t> </a:t>
            </a:r>
            <a:r>
              <a:rPr sz="1200" i="1" spc="-10" dirty="0">
                <a:latin typeface="Franklin Gothic Medium"/>
                <a:cs typeface="Franklin Gothic Medium"/>
              </a:rPr>
              <a:t>repositories-usinggit-</a:t>
            </a:r>
            <a:endParaRPr sz="1200">
              <a:latin typeface="Franklin Gothic Medium"/>
              <a:cs typeface="Franklin Gothic Medium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1200" i="1" spc="-15" dirty="0">
                <a:latin typeface="Franklin Gothic Medium"/>
                <a:cs typeface="Franklin Gothic Medium"/>
              </a:rPr>
              <a:t>or-github-2933e497fa16</a:t>
            </a:r>
            <a:endParaRPr sz="12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397255"/>
            <a:ext cx="566420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INSTALLING</a:t>
            </a:r>
            <a:r>
              <a:rPr spc="-55" dirty="0"/>
              <a:t> </a:t>
            </a:r>
            <a:r>
              <a:rPr dirty="0"/>
              <a:t>GITHUB</a:t>
            </a:r>
            <a:r>
              <a:rPr spc="-50" dirty="0"/>
              <a:t> </a:t>
            </a:r>
            <a:r>
              <a:rPr dirty="0"/>
              <a:t>DESKTOP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" y="1943100"/>
            <a:ext cx="3810000" cy="33909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19650" y="2058161"/>
            <a:ext cx="3939540" cy="318744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31239" y="5612129"/>
            <a:ext cx="763841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200" b="1" dirty="0">
                <a:latin typeface="Comic Sans MS"/>
                <a:cs typeface="Comic Sans MS"/>
              </a:rPr>
              <a:t>Visit</a:t>
            </a:r>
            <a:r>
              <a:rPr sz="2200" b="1" spc="-10" dirty="0">
                <a:latin typeface="Comic Sans MS"/>
                <a:cs typeface="Comic Sans MS"/>
              </a:rPr>
              <a:t> </a:t>
            </a:r>
            <a:r>
              <a:rPr sz="2200" b="1" spc="-5" dirty="0">
                <a:latin typeface="Comic Sans MS"/>
                <a:cs typeface="Comic Sans MS"/>
              </a:rPr>
              <a:t>th</a:t>
            </a:r>
            <a:r>
              <a:rPr sz="2200" b="1" dirty="0">
                <a:latin typeface="Comic Sans MS"/>
                <a:cs typeface="Comic Sans MS"/>
              </a:rPr>
              <a:t>e</a:t>
            </a:r>
            <a:r>
              <a:rPr sz="2200" b="1" spc="-15" dirty="0">
                <a:latin typeface="Comic Sans MS"/>
                <a:cs typeface="Comic Sans MS"/>
              </a:rPr>
              <a:t> </a:t>
            </a:r>
            <a:r>
              <a:rPr sz="2200" b="1" dirty="0">
                <a:latin typeface="Comic Sans MS"/>
                <a:cs typeface="Comic Sans MS"/>
              </a:rPr>
              <a:t>GitHub</a:t>
            </a:r>
            <a:r>
              <a:rPr sz="2200" b="1" spc="-685" dirty="0">
                <a:latin typeface="Comic Sans MS"/>
                <a:cs typeface="Comic Sans MS"/>
              </a:rPr>
              <a:t> </a:t>
            </a:r>
            <a:r>
              <a:rPr sz="2200" b="1" dirty="0">
                <a:latin typeface="Comic Sans MS"/>
                <a:cs typeface="Comic Sans MS"/>
              </a:rPr>
              <a:t>Desktop</a:t>
            </a:r>
            <a:r>
              <a:rPr sz="2200" b="1" spc="-10" dirty="0">
                <a:latin typeface="Comic Sans MS"/>
                <a:cs typeface="Comic Sans MS"/>
              </a:rPr>
              <a:t> </a:t>
            </a:r>
            <a:r>
              <a:rPr sz="2200" b="1" dirty="0">
                <a:latin typeface="Comic Sans MS"/>
                <a:cs typeface="Comic Sans MS"/>
              </a:rPr>
              <a:t>Web</a:t>
            </a:r>
            <a:r>
              <a:rPr sz="2200" b="1" spc="-20" dirty="0">
                <a:latin typeface="Comic Sans MS"/>
                <a:cs typeface="Comic Sans MS"/>
              </a:rPr>
              <a:t> </a:t>
            </a:r>
            <a:r>
              <a:rPr sz="2200" b="1" dirty="0">
                <a:latin typeface="Comic Sans MS"/>
                <a:cs typeface="Comic Sans MS"/>
              </a:rPr>
              <a:t>page</a:t>
            </a:r>
            <a:r>
              <a:rPr sz="2200" b="1" spc="-20" dirty="0">
                <a:latin typeface="Comic Sans MS"/>
                <a:cs typeface="Comic Sans MS"/>
              </a:rPr>
              <a:t> </a:t>
            </a:r>
            <a:r>
              <a:rPr sz="2200" b="1" dirty="0">
                <a:latin typeface="Comic Sans MS"/>
                <a:cs typeface="Comic Sans MS"/>
              </a:rPr>
              <a:t>at  </a:t>
            </a:r>
            <a:r>
              <a:rPr sz="2200" b="1" spc="-5" dirty="0">
                <a:latin typeface="Comic Sans MS"/>
                <a:cs typeface="Comic Sans MS"/>
              </a:rPr>
              <a:t>https://desktop.github.com</a:t>
            </a:r>
            <a:r>
              <a:rPr sz="2200" b="1" spc="-20" dirty="0">
                <a:latin typeface="Comic Sans MS"/>
                <a:cs typeface="Comic Sans MS"/>
              </a:rPr>
              <a:t> </a:t>
            </a:r>
            <a:r>
              <a:rPr sz="2200" b="1" dirty="0">
                <a:latin typeface="Comic Sans MS"/>
                <a:cs typeface="Comic Sans MS"/>
              </a:rPr>
              <a:t>and </a:t>
            </a:r>
            <a:r>
              <a:rPr sz="2200" b="1" spc="-5" dirty="0">
                <a:latin typeface="Comic Sans MS"/>
                <a:cs typeface="Comic Sans MS"/>
              </a:rPr>
              <a:t>download</a:t>
            </a:r>
            <a:r>
              <a:rPr sz="2200" b="1" spc="-10" dirty="0">
                <a:latin typeface="Comic Sans MS"/>
                <a:cs typeface="Comic Sans MS"/>
              </a:rPr>
              <a:t> </a:t>
            </a:r>
            <a:r>
              <a:rPr sz="2200" b="1" spc="-5" dirty="0">
                <a:latin typeface="Comic Sans MS"/>
                <a:cs typeface="Comic Sans MS"/>
              </a:rPr>
              <a:t>the</a:t>
            </a:r>
            <a:r>
              <a:rPr sz="2200" b="1" dirty="0">
                <a:latin typeface="Comic Sans MS"/>
                <a:cs typeface="Comic Sans MS"/>
              </a:rPr>
              <a:t> .exe</a:t>
            </a:r>
            <a:r>
              <a:rPr sz="2200" b="1" spc="-20" dirty="0">
                <a:latin typeface="Comic Sans MS"/>
                <a:cs typeface="Comic Sans MS"/>
              </a:rPr>
              <a:t> </a:t>
            </a:r>
            <a:r>
              <a:rPr sz="2200" b="1" spc="-5" dirty="0">
                <a:latin typeface="Comic Sans MS"/>
                <a:cs typeface="Comic Sans MS"/>
              </a:rPr>
              <a:t>file.</a:t>
            </a:r>
            <a:endParaRPr sz="2200">
              <a:latin typeface="Comic Sans MS"/>
              <a:cs typeface="Comic Sans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45"/>
              </a:lnSpc>
            </a:pPr>
            <a:fld id="{81D60167-4931-47E6-BA6A-407CBD079E47}" type="slidenum">
              <a:rPr dirty="0"/>
              <a:t>7</a:t>
            </a:fld>
            <a:endParaRPr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 dirty="0"/>
              <a:t>V  </a:t>
            </a:r>
            <a:r>
              <a:rPr spc="-105" dirty="0"/>
              <a:t> </a:t>
            </a:r>
            <a:r>
              <a:rPr dirty="0"/>
              <a:t>1</a:t>
            </a:r>
            <a:r>
              <a:rPr spc="-55" dirty="0"/>
              <a:t> </a:t>
            </a:r>
            <a:r>
              <a:rPr spc="10" dirty="0"/>
              <a:t>.</a:t>
            </a:r>
            <a:r>
              <a:rPr spc="-55" dirty="0"/>
              <a:t> </a:t>
            </a:r>
            <a:r>
              <a:rPr dirty="0"/>
              <a:t>0  </a:t>
            </a:r>
            <a:r>
              <a:rPr spc="-105" dirty="0"/>
              <a:t> </a:t>
            </a:r>
            <a:r>
              <a:rPr dirty="0"/>
              <a:t>©  </a:t>
            </a:r>
            <a:r>
              <a:rPr spc="-105" dirty="0"/>
              <a:t> </a:t>
            </a:r>
            <a:r>
              <a:rPr spc="-70" dirty="0"/>
              <a:t>A</a:t>
            </a:r>
            <a:r>
              <a:rPr spc="-60" dirty="0"/>
              <a:t> </a:t>
            </a:r>
            <a:r>
              <a:rPr spc="-40" dirty="0"/>
              <a:t>P</a:t>
            </a:r>
            <a:r>
              <a:rPr spc="-60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dirty="0"/>
              <a:t>C</a:t>
            </a:r>
            <a:r>
              <a:rPr spc="-55" dirty="0"/>
              <a:t> </a:t>
            </a:r>
            <a:r>
              <a:rPr dirty="0"/>
              <a:t>H  </a:t>
            </a:r>
            <a:r>
              <a:rPr spc="-95" dirty="0"/>
              <a:t> </a:t>
            </a:r>
            <a:r>
              <a:rPr spc="-10" dirty="0"/>
              <a:t>L</a:t>
            </a:r>
            <a:r>
              <a:rPr spc="-55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spc="10" dirty="0"/>
              <a:t>M</a:t>
            </a:r>
            <a:r>
              <a:rPr spc="-60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spc="-10" dirty="0"/>
              <a:t>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395731"/>
            <a:ext cx="295465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GITHUB</a:t>
            </a:r>
            <a:r>
              <a:rPr spc="-95" dirty="0"/>
              <a:t> </a:t>
            </a:r>
            <a:r>
              <a:rPr spc="-5" dirty="0"/>
              <a:t>BASICS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866138" y="2504694"/>
            <a:ext cx="5336540" cy="633730"/>
            <a:chOff x="1866138" y="2504694"/>
            <a:chExt cx="5336540" cy="633730"/>
          </a:xfrm>
        </p:grpSpPr>
        <p:sp>
          <p:nvSpPr>
            <p:cNvPr id="4" name="object 4"/>
            <p:cNvSpPr/>
            <p:nvPr/>
          </p:nvSpPr>
          <p:spPr>
            <a:xfrm>
              <a:off x="3648836" y="2517267"/>
              <a:ext cx="3541395" cy="608330"/>
            </a:xfrm>
            <a:custGeom>
              <a:avLst/>
              <a:gdLst/>
              <a:ahLst/>
              <a:cxnLst/>
              <a:rect l="l" t="t" r="r" b="b"/>
              <a:pathLst>
                <a:path w="3541395" h="608330">
                  <a:moveTo>
                    <a:pt x="775715" y="0"/>
                  </a:moveTo>
                  <a:lnTo>
                    <a:pt x="775715" y="454659"/>
                  </a:lnTo>
                  <a:lnTo>
                    <a:pt x="3541014" y="454659"/>
                  </a:lnTo>
                  <a:lnTo>
                    <a:pt x="3541014" y="608330"/>
                  </a:lnTo>
                </a:path>
                <a:path w="3541395" h="608330">
                  <a:moveTo>
                    <a:pt x="775715" y="0"/>
                  </a:moveTo>
                  <a:lnTo>
                    <a:pt x="775715" y="454659"/>
                  </a:lnTo>
                  <a:lnTo>
                    <a:pt x="1770506" y="454659"/>
                  </a:lnTo>
                  <a:lnTo>
                    <a:pt x="1770506" y="608330"/>
                  </a:lnTo>
                </a:path>
                <a:path w="3541395" h="608330">
                  <a:moveTo>
                    <a:pt x="775715" y="0"/>
                  </a:moveTo>
                  <a:lnTo>
                    <a:pt x="775715" y="454659"/>
                  </a:lnTo>
                  <a:lnTo>
                    <a:pt x="0" y="454659"/>
                  </a:lnTo>
                  <a:lnTo>
                    <a:pt x="0" y="608330"/>
                  </a:lnTo>
                </a:path>
              </a:pathLst>
            </a:custGeom>
            <a:ln w="25146">
              <a:solidFill>
                <a:srgbClr val="A8381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878711" y="2517267"/>
              <a:ext cx="2546350" cy="608330"/>
            </a:xfrm>
            <a:custGeom>
              <a:avLst/>
              <a:gdLst/>
              <a:ahLst/>
              <a:cxnLst/>
              <a:rect l="l" t="t" r="r" b="b"/>
              <a:pathLst>
                <a:path w="2546350" h="608330">
                  <a:moveTo>
                    <a:pt x="2546223" y="0"/>
                  </a:moveTo>
                  <a:lnTo>
                    <a:pt x="2546223" y="454659"/>
                  </a:lnTo>
                  <a:lnTo>
                    <a:pt x="0" y="454659"/>
                  </a:lnTo>
                  <a:lnTo>
                    <a:pt x="0" y="608330"/>
                  </a:lnTo>
                </a:path>
              </a:pathLst>
            </a:custGeom>
            <a:ln w="25146">
              <a:solidFill>
                <a:srgbClr val="A8381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670934" y="1785747"/>
            <a:ext cx="1485265" cy="731520"/>
          </a:xfrm>
          <a:prstGeom prst="rect">
            <a:avLst/>
          </a:prstGeom>
          <a:solidFill>
            <a:srgbClr val="D24716"/>
          </a:solidFill>
          <a:ln w="25146">
            <a:solidFill>
              <a:srgbClr val="FFFFFF"/>
            </a:solidFill>
          </a:ln>
        </p:spPr>
        <p:txBody>
          <a:bodyPr vert="horz" wrap="square" lIns="0" tIns="239395" rIns="0" bIns="0" rtlCol="0">
            <a:spAutoFit/>
          </a:bodyPr>
          <a:lstStyle/>
          <a:p>
            <a:pPr marL="437515">
              <a:lnSpc>
                <a:spcPct val="100000"/>
              </a:lnSpc>
              <a:spcBef>
                <a:spcPts val="1885"/>
              </a:spcBef>
            </a:pPr>
            <a:r>
              <a:rPr sz="1500" dirty="0">
                <a:solidFill>
                  <a:srgbClr val="FFFFFF"/>
                </a:solidFill>
                <a:latin typeface="Comic Sans MS"/>
                <a:cs typeface="Comic Sans MS"/>
              </a:rPr>
              <a:t>GitHub</a:t>
            </a:r>
            <a:endParaRPr sz="1500">
              <a:latin typeface="Comic Sans MS"/>
              <a:cs typeface="Comic Sans M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45"/>
              </a:lnSpc>
            </a:pPr>
            <a:fld id="{81D60167-4931-47E6-BA6A-407CBD079E47}" type="slidenum">
              <a:rPr dirty="0"/>
              <a:t>8</a:t>
            </a:fld>
            <a:endParaRPr dirty="0"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 dirty="0"/>
              <a:t>V  </a:t>
            </a:r>
            <a:r>
              <a:rPr spc="-105" dirty="0"/>
              <a:t> </a:t>
            </a:r>
            <a:r>
              <a:rPr dirty="0"/>
              <a:t>1</a:t>
            </a:r>
            <a:r>
              <a:rPr spc="-55" dirty="0"/>
              <a:t> </a:t>
            </a:r>
            <a:r>
              <a:rPr spc="10" dirty="0"/>
              <a:t>.</a:t>
            </a:r>
            <a:r>
              <a:rPr spc="-55" dirty="0"/>
              <a:t> </a:t>
            </a:r>
            <a:r>
              <a:rPr dirty="0"/>
              <a:t>0  </a:t>
            </a:r>
            <a:r>
              <a:rPr spc="-105" dirty="0"/>
              <a:t> </a:t>
            </a:r>
            <a:r>
              <a:rPr dirty="0"/>
              <a:t>©  </a:t>
            </a:r>
            <a:r>
              <a:rPr spc="-105" dirty="0"/>
              <a:t> </a:t>
            </a:r>
            <a:r>
              <a:rPr spc="-70" dirty="0"/>
              <a:t>A</a:t>
            </a:r>
            <a:r>
              <a:rPr spc="-60" dirty="0"/>
              <a:t> </a:t>
            </a:r>
            <a:r>
              <a:rPr spc="-40" dirty="0"/>
              <a:t>P</a:t>
            </a:r>
            <a:r>
              <a:rPr spc="-60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dirty="0"/>
              <a:t>C</a:t>
            </a:r>
            <a:r>
              <a:rPr spc="-55" dirty="0"/>
              <a:t> </a:t>
            </a:r>
            <a:r>
              <a:rPr dirty="0"/>
              <a:t>H  </a:t>
            </a:r>
            <a:r>
              <a:rPr spc="-95" dirty="0"/>
              <a:t> </a:t>
            </a:r>
            <a:r>
              <a:rPr spc="-10" dirty="0"/>
              <a:t>L</a:t>
            </a:r>
            <a:r>
              <a:rPr spc="-55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spc="10" dirty="0"/>
              <a:t>M</a:t>
            </a:r>
            <a:r>
              <a:rPr spc="-60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spc="-10" dirty="0"/>
              <a:t>D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47191" y="3126104"/>
            <a:ext cx="1463040" cy="731520"/>
          </a:xfrm>
          <a:prstGeom prst="rect">
            <a:avLst/>
          </a:prstGeom>
          <a:solidFill>
            <a:srgbClr val="D24716"/>
          </a:solidFill>
          <a:ln w="25146">
            <a:solidFill>
              <a:srgbClr val="FFFFFF"/>
            </a:solidFill>
          </a:ln>
        </p:spPr>
        <p:txBody>
          <a:bodyPr vert="horz" wrap="square" lIns="0" tIns="109855" rIns="0" bIns="0" rtlCol="0">
            <a:spAutoFit/>
          </a:bodyPr>
          <a:lstStyle/>
          <a:p>
            <a:pPr marL="254000" marR="248920" indent="99695">
              <a:lnSpc>
                <a:spcPct val="104299"/>
              </a:lnSpc>
              <a:spcBef>
                <a:spcPts val="865"/>
              </a:spcBef>
            </a:pPr>
            <a:r>
              <a:rPr sz="1500" dirty="0">
                <a:solidFill>
                  <a:srgbClr val="FFFFFF"/>
                </a:solidFill>
                <a:latin typeface="Comic Sans MS"/>
                <a:cs typeface="Comic Sans MS"/>
              </a:rPr>
              <a:t>Creating </a:t>
            </a:r>
            <a:r>
              <a:rPr sz="1500" spc="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Comic Sans MS"/>
                <a:cs typeface="Comic Sans MS"/>
              </a:rPr>
              <a:t>Repository</a:t>
            </a:r>
            <a:endParaRPr sz="1500">
              <a:latin typeface="Comic Sans MS"/>
              <a:cs typeface="Comic Sans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17317" y="3126104"/>
            <a:ext cx="1485265" cy="731520"/>
          </a:xfrm>
          <a:prstGeom prst="rect">
            <a:avLst/>
          </a:prstGeom>
          <a:solidFill>
            <a:srgbClr val="D24716"/>
          </a:solidFill>
          <a:ln w="25146">
            <a:solidFill>
              <a:srgbClr val="FFFFFF"/>
            </a:solidFill>
          </a:ln>
        </p:spPr>
        <p:txBody>
          <a:bodyPr vert="horz" wrap="square" lIns="0" tIns="109855" rIns="0" bIns="0" rtlCol="0">
            <a:spAutoFit/>
          </a:bodyPr>
          <a:lstStyle/>
          <a:p>
            <a:pPr marL="415290" marR="206375" indent="-224790">
              <a:lnSpc>
                <a:spcPct val="104299"/>
              </a:lnSpc>
              <a:spcBef>
                <a:spcPts val="865"/>
              </a:spcBef>
            </a:pPr>
            <a:r>
              <a:rPr sz="1500" spc="-5" dirty="0">
                <a:solidFill>
                  <a:srgbClr val="FFFFFF"/>
                </a:solidFill>
                <a:latin typeface="Comic Sans MS"/>
                <a:cs typeface="Comic Sans MS"/>
              </a:rPr>
              <a:t>Branching</a:t>
            </a:r>
            <a:r>
              <a:rPr sz="1500" spc="-8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Comic Sans MS"/>
                <a:cs typeface="Comic Sans MS"/>
              </a:rPr>
              <a:t>in </a:t>
            </a:r>
            <a:r>
              <a:rPr sz="1500" spc="-434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500" dirty="0">
                <a:solidFill>
                  <a:srgbClr val="FFFFFF"/>
                </a:solidFill>
                <a:latin typeface="Comic Sans MS"/>
                <a:cs typeface="Comic Sans MS"/>
              </a:rPr>
              <a:t>GitHub</a:t>
            </a:r>
            <a:endParaRPr sz="1500">
              <a:latin typeface="Comic Sans MS"/>
              <a:cs typeface="Comic Sans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88204" y="3126104"/>
            <a:ext cx="1463040" cy="731520"/>
          </a:xfrm>
          <a:prstGeom prst="rect">
            <a:avLst/>
          </a:prstGeom>
          <a:solidFill>
            <a:srgbClr val="D24716"/>
          </a:solidFill>
          <a:ln w="25146">
            <a:solidFill>
              <a:srgbClr val="FFFFFF"/>
            </a:solidFill>
          </a:ln>
        </p:spPr>
        <p:txBody>
          <a:bodyPr vert="horz" wrap="square" lIns="0" tIns="109855" rIns="0" bIns="0" rtlCol="0">
            <a:spAutoFit/>
          </a:bodyPr>
          <a:lstStyle/>
          <a:p>
            <a:pPr marL="323850" marR="8890" indent="-306705">
              <a:lnSpc>
                <a:spcPct val="104299"/>
              </a:lnSpc>
              <a:spcBef>
                <a:spcPts val="865"/>
              </a:spcBef>
            </a:pPr>
            <a:r>
              <a:rPr sz="1500" dirty="0">
                <a:solidFill>
                  <a:srgbClr val="FFFFFF"/>
                </a:solidFill>
                <a:latin typeface="Comic Sans MS"/>
                <a:cs typeface="Comic Sans MS"/>
              </a:rPr>
              <a:t>View</a:t>
            </a:r>
            <a:r>
              <a:rPr sz="1500" spc="-5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500" dirty="0">
                <a:solidFill>
                  <a:srgbClr val="FFFFFF"/>
                </a:solidFill>
                <a:latin typeface="Comic Sans MS"/>
                <a:cs typeface="Comic Sans MS"/>
              </a:rPr>
              <a:t>and</a:t>
            </a:r>
            <a:r>
              <a:rPr sz="1500" spc="-5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500" dirty="0">
                <a:solidFill>
                  <a:srgbClr val="FFFFFF"/>
                </a:solidFill>
                <a:latin typeface="Comic Sans MS"/>
                <a:cs typeface="Comic Sans MS"/>
              </a:rPr>
              <a:t>Delete </a:t>
            </a:r>
            <a:r>
              <a:rPr sz="1500" spc="-434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Comic Sans MS"/>
                <a:cs typeface="Comic Sans MS"/>
              </a:rPr>
              <a:t>Branches</a:t>
            </a:r>
            <a:endParaRPr sz="1500">
              <a:latin typeface="Comic Sans MS"/>
              <a:cs typeface="Comic Sans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58330" y="3126104"/>
            <a:ext cx="1463040" cy="731520"/>
          </a:xfrm>
          <a:prstGeom prst="rect">
            <a:avLst/>
          </a:prstGeom>
          <a:solidFill>
            <a:srgbClr val="D24716"/>
          </a:solidFill>
          <a:ln w="25146">
            <a:solidFill>
              <a:srgbClr val="FFFFFF"/>
            </a:solidFill>
          </a:ln>
        </p:spPr>
        <p:txBody>
          <a:bodyPr vert="horz" wrap="square" lIns="0" tIns="109855" rIns="0" bIns="0" rtlCol="0">
            <a:spAutoFit/>
          </a:bodyPr>
          <a:lstStyle/>
          <a:p>
            <a:pPr marL="415925" marR="118110" indent="-288925">
              <a:lnSpc>
                <a:spcPct val="104299"/>
              </a:lnSpc>
              <a:spcBef>
                <a:spcPts val="865"/>
              </a:spcBef>
            </a:pPr>
            <a:r>
              <a:rPr sz="1500" dirty="0">
                <a:solidFill>
                  <a:srgbClr val="FFFFFF"/>
                </a:solidFill>
                <a:latin typeface="Comic Sans MS"/>
                <a:cs typeface="Comic Sans MS"/>
              </a:rPr>
              <a:t>Committing</a:t>
            </a:r>
            <a:r>
              <a:rPr sz="1500" spc="-9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Comic Sans MS"/>
                <a:cs typeface="Comic Sans MS"/>
              </a:rPr>
              <a:t>in </a:t>
            </a:r>
            <a:r>
              <a:rPr sz="1500" spc="-434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500" dirty="0">
                <a:solidFill>
                  <a:srgbClr val="FFFFFF"/>
                </a:solidFill>
                <a:latin typeface="Comic Sans MS"/>
                <a:cs typeface="Comic Sans MS"/>
              </a:rPr>
              <a:t>GitHub</a:t>
            </a:r>
            <a:endParaRPr sz="15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395731"/>
            <a:ext cx="683768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CREATING</a:t>
            </a:r>
            <a:r>
              <a:rPr spc="-25" dirty="0"/>
              <a:t> </a:t>
            </a:r>
            <a:r>
              <a:rPr dirty="0"/>
              <a:t>A</a:t>
            </a:r>
            <a:r>
              <a:rPr spc="-20" dirty="0"/>
              <a:t> </a:t>
            </a:r>
            <a:r>
              <a:rPr spc="-5" dirty="0"/>
              <a:t>REPOSITORY</a:t>
            </a:r>
            <a:r>
              <a:rPr spc="-15" dirty="0"/>
              <a:t> </a:t>
            </a:r>
            <a:r>
              <a:rPr spc="-5" dirty="0"/>
              <a:t>IN</a:t>
            </a:r>
            <a:r>
              <a:rPr spc="-30" dirty="0"/>
              <a:t> </a:t>
            </a:r>
            <a:r>
              <a:rPr dirty="0"/>
              <a:t>GITHUB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5300" y="3120377"/>
            <a:ext cx="2656634" cy="228046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90950" y="3042666"/>
            <a:ext cx="5124450" cy="2672333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299338" y="970661"/>
            <a:ext cx="4674870" cy="1564640"/>
            <a:chOff x="299338" y="970661"/>
            <a:chExt cx="4674870" cy="1564640"/>
          </a:xfrm>
        </p:grpSpPr>
        <p:sp>
          <p:nvSpPr>
            <p:cNvPr id="6" name="object 6"/>
            <p:cNvSpPr/>
            <p:nvPr/>
          </p:nvSpPr>
          <p:spPr>
            <a:xfrm>
              <a:off x="312038" y="983361"/>
              <a:ext cx="4649470" cy="1539240"/>
            </a:xfrm>
            <a:custGeom>
              <a:avLst/>
              <a:gdLst/>
              <a:ahLst/>
              <a:cxnLst/>
              <a:rect l="l" t="t" r="r" b="b"/>
              <a:pathLst>
                <a:path w="4649470" h="1539239">
                  <a:moveTo>
                    <a:pt x="3879341" y="0"/>
                  </a:moveTo>
                  <a:lnTo>
                    <a:pt x="0" y="0"/>
                  </a:lnTo>
                  <a:lnTo>
                    <a:pt x="0" y="1539240"/>
                  </a:lnTo>
                  <a:lnTo>
                    <a:pt x="3879341" y="1539240"/>
                  </a:lnTo>
                  <a:lnTo>
                    <a:pt x="4648962" y="769620"/>
                  </a:lnTo>
                  <a:lnTo>
                    <a:pt x="3879341" y="0"/>
                  </a:lnTo>
                  <a:close/>
                </a:path>
              </a:pathLst>
            </a:custGeom>
            <a:solidFill>
              <a:srgbClr val="9B2C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12038" y="983361"/>
              <a:ext cx="4649470" cy="1539240"/>
            </a:xfrm>
            <a:custGeom>
              <a:avLst/>
              <a:gdLst/>
              <a:ahLst/>
              <a:cxnLst/>
              <a:rect l="l" t="t" r="r" b="b"/>
              <a:pathLst>
                <a:path w="4649470" h="1539239">
                  <a:moveTo>
                    <a:pt x="0" y="0"/>
                  </a:moveTo>
                  <a:lnTo>
                    <a:pt x="3879341" y="0"/>
                  </a:lnTo>
                  <a:lnTo>
                    <a:pt x="4648962" y="769620"/>
                  </a:lnTo>
                  <a:lnTo>
                    <a:pt x="3879341" y="1539240"/>
                  </a:lnTo>
                  <a:lnTo>
                    <a:pt x="0" y="1539240"/>
                  </a:lnTo>
                  <a:lnTo>
                    <a:pt x="0" y="0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87374" y="1588261"/>
            <a:ext cx="27851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Navigate</a:t>
            </a:r>
            <a:r>
              <a:rPr sz="1800" spc="-2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the</a:t>
            </a:r>
            <a:r>
              <a:rPr sz="1800" spc="-3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GitHub</a:t>
            </a:r>
            <a:r>
              <a:rPr sz="1800" spc="-2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page</a:t>
            </a:r>
            <a:endParaRPr sz="1800">
              <a:latin typeface="Comic Sans MS"/>
              <a:cs typeface="Comic Sans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024884" y="970788"/>
            <a:ext cx="4674870" cy="1564640"/>
            <a:chOff x="4024884" y="970788"/>
            <a:chExt cx="4674870" cy="1564640"/>
          </a:xfrm>
        </p:grpSpPr>
        <p:sp>
          <p:nvSpPr>
            <p:cNvPr id="10" name="object 10"/>
            <p:cNvSpPr/>
            <p:nvPr/>
          </p:nvSpPr>
          <p:spPr>
            <a:xfrm>
              <a:off x="4037457" y="983361"/>
              <a:ext cx="4650105" cy="1539240"/>
            </a:xfrm>
            <a:custGeom>
              <a:avLst/>
              <a:gdLst/>
              <a:ahLst/>
              <a:cxnLst/>
              <a:rect l="l" t="t" r="r" b="b"/>
              <a:pathLst>
                <a:path w="4650105" h="1539239">
                  <a:moveTo>
                    <a:pt x="3880104" y="0"/>
                  </a:moveTo>
                  <a:lnTo>
                    <a:pt x="0" y="0"/>
                  </a:lnTo>
                  <a:lnTo>
                    <a:pt x="769620" y="769620"/>
                  </a:lnTo>
                  <a:lnTo>
                    <a:pt x="0" y="1539240"/>
                  </a:lnTo>
                  <a:lnTo>
                    <a:pt x="3880104" y="1539240"/>
                  </a:lnTo>
                  <a:lnTo>
                    <a:pt x="4649724" y="769620"/>
                  </a:lnTo>
                  <a:lnTo>
                    <a:pt x="3880104" y="0"/>
                  </a:lnTo>
                  <a:close/>
                </a:path>
              </a:pathLst>
            </a:custGeom>
            <a:solidFill>
              <a:srgbClr val="FF99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037457" y="983361"/>
              <a:ext cx="4650105" cy="1539240"/>
            </a:xfrm>
            <a:custGeom>
              <a:avLst/>
              <a:gdLst/>
              <a:ahLst/>
              <a:cxnLst/>
              <a:rect l="l" t="t" r="r" b="b"/>
              <a:pathLst>
                <a:path w="4650105" h="1539239">
                  <a:moveTo>
                    <a:pt x="0" y="0"/>
                  </a:moveTo>
                  <a:lnTo>
                    <a:pt x="3880104" y="0"/>
                  </a:lnTo>
                  <a:lnTo>
                    <a:pt x="4649724" y="769620"/>
                  </a:lnTo>
                  <a:lnTo>
                    <a:pt x="3880104" y="1539240"/>
                  </a:lnTo>
                  <a:lnTo>
                    <a:pt x="0" y="1539240"/>
                  </a:lnTo>
                  <a:lnTo>
                    <a:pt x="769620" y="769620"/>
                  </a:lnTo>
                  <a:lnTo>
                    <a:pt x="0" y="0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082540" y="1588261"/>
            <a:ext cx="26073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Initialize</a:t>
            </a:r>
            <a:r>
              <a:rPr sz="1800" spc="-3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the</a:t>
            </a:r>
            <a:r>
              <a:rPr sz="1800" spc="-4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repository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45"/>
              </a:lnSpc>
            </a:pPr>
            <a:fld id="{81D60167-4931-47E6-BA6A-407CBD079E47}" type="slidenum">
              <a:rPr dirty="0"/>
              <a:t>9</a:t>
            </a:fld>
            <a:endParaRPr dirty="0"/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 dirty="0"/>
              <a:t>V  </a:t>
            </a:r>
            <a:r>
              <a:rPr spc="-105" dirty="0"/>
              <a:t> </a:t>
            </a:r>
            <a:r>
              <a:rPr dirty="0"/>
              <a:t>1</a:t>
            </a:r>
            <a:r>
              <a:rPr spc="-55" dirty="0"/>
              <a:t> </a:t>
            </a:r>
            <a:r>
              <a:rPr spc="10" dirty="0"/>
              <a:t>.</a:t>
            </a:r>
            <a:r>
              <a:rPr spc="-55" dirty="0"/>
              <a:t> </a:t>
            </a:r>
            <a:r>
              <a:rPr dirty="0"/>
              <a:t>0  </a:t>
            </a:r>
            <a:r>
              <a:rPr spc="-105" dirty="0"/>
              <a:t> </a:t>
            </a:r>
            <a:r>
              <a:rPr dirty="0"/>
              <a:t>©  </a:t>
            </a:r>
            <a:r>
              <a:rPr spc="-105" dirty="0"/>
              <a:t> </a:t>
            </a:r>
            <a:r>
              <a:rPr spc="-70" dirty="0"/>
              <a:t>A</a:t>
            </a:r>
            <a:r>
              <a:rPr spc="-60" dirty="0"/>
              <a:t> </a:t>
            </a:r>
            <a:r>
              <a:rPr spc="-40" dirty="0"/>
              <a:t>P</a:t>
            </a:r>
            <a:r>
              <a:rPr spc="-60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dirty="0"/>
              <a:t>C</a:t>
            </a:r>
            <a:r>
              <a:rPr spc="-55" dirty="0"/>
              <a:t> </a:t>
            </a:r>
            <a:r>
              <a:rPr dirty="0"/>
              <a:t>H  </a:t>
            </a:r>
            <a:r>
              <a:rPr spc="-95" dirty="0"/>
              <a:t> </a:t>
            </a:r>
            <a:r>
              <a:rPr spc="-10" dirty="0"/>
              <a:t>L</a:t>
            </a:r>
            <a:r>
              <a:rPr spc="-55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spc="10" dirty="0"/>
              <a:t>M</a:t>
            </a:r>
            <a:r>
              <a:rPr spc="-60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spc="-10" dirty="0"/>
              <a:t>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395731"/>
            <a:ext cx="435038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BRANCHING</a:t>
            </a:r>
            <a:r>
              <a:rPr spc="-35" dirty="0"/>
              <a:t> </a:t>
            </a:r>
            <a:r>
              <a:rPr spc="-5" dirty="0"/>
              <a:t>IN</a:t>
            </a:r>
            <a:r>
              <a:rPr spc="-35" dirty="0"/>
              <a:t> </a:t>
            </a:r>
            <a:r>
              <a:rPr spc="-5" dirty="0"/>
              <a:t>GITHUB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17969" y="840486"/>
            <a:ext cx="2339339" cy="49530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2960" y="1479041"/>
            <a:ext cx="2514600" cy="16764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7200" y="3720846"/>
            <a:ext cx="4724400" cy="21336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59740" y="6179058"/>
            <a:ext cx="56883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omic Sans MS"/>
                <a:cs typeface="Comic Sans MS"/>
              </a:rPr>
              <a:t>View</a:t>
            </a:r>
            <a:r>
              <a:rPr sz="2400" b="1" spc="-20" dirty="0">
                <a:latin typeface="Comic Sans MS"/>
                <a:cs typeface="Comic Sans MS"/>
              </a:rPr>
              <a:t> </a:t>
            </a:r>
            <a:r>
              <a:rPr sz="2400" b="1" spc="-5" dirty="0">
                <a:latin typeface="Comic Sans MS"/>
                <a:cs typeface="Comic Sans MS"/>
              </a:rPr>
              <a:t>the</a:t>
            </a:r>
            <a:r>
              <a:rPr sz="2400" b="1" spc="-25" dirty="0">
                <a:latin typeface="Comic Sans MS"/>
                <a:cs typeface="Comic Sans MS"/>
              </a:rPr>
              <a:t> </a:t>
            </a:r>
            <a:r>
              <a:rPr sz="2400" b="1" dirty="0">
                <a:latin typeface="Comic Sans MS"/>
                <a:cs typeface="Comic Sans MS"/>
              </a:rPr>
              <a:t>Default</a:t>
            </a:r>
            <a:r>
              <a:rPr sz="2400" b="1" spc="-15" dirty="0">
                <a:latin typeface="Comic Sans MS"/>
                <a:cs typeface="Comic Sans MS"/>
              </a:rPr>
              <a:t> </a:t>
            </a:r>
            <a:r>
              <a:rPr sz="2400" b="1" dirty="0">
                <a:latin typeface="Comic Sans MS"/>
                <a:cs typeface="Comic Sans MS"/>
              </a:rPr>
              <a:t>and</a:t>
            </a:r>
            <a:r>
              <a:rPr sz="2400" b="1" spc="-5" dirty="0">
                <a:latin typeface="Comic Sans MS"/>
                <a:cs typeface="Comic Sans MS"/>
              </a:rPr>
              <a:t> Active</a:t>
            </a:r>
            <a:r>
              <a:rPr sz="2400" b="1" spc="-30" dirty="0">
                <a:latin typeface="Comic Sans MS"/>
                <a:cs typeface="Comic Sans MS"/>
              </a:rPr>
              <a:t> </a:t>
            </a:r>
            <a:r>
              <a:rPr sz="2400" b="1" spc="-5" dirty="0">
                <a:latin typeface="Comic Sans MS"/>
                <a:cs typeface="Comic Sans MS"/>
              </a:rPr>
              <a:t>branches</a:t>
            </a:r>
            <a:endParaRPr sz="2400">
              <a:latin typeface="Comic Sans MS"/>
              <a:cs typeface="Comic Sans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45"/>
              </a:lnSpc>
            </a:pPr>
            <a:fld id="{81D60167-4931-47E6-BA6A-407CBD079E47}" type="slidenum">
              <a:rPr dirty="0"/>
              <a:t>10</a:t>
            </a:fld>
            <a:endParaRPr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 dirty="0"/>
              <a:t>V  </a:t>
            </a:r>
            <a:r>
              <a:rPr spc="-105" dirty="0"/>
              <a:t> </a:t>
            </a:r>
            <a:r>
              <a:rPr dirty="0"/>
              <a:t>1</a:t>
            </a:r>
            <a:r>
              <a:rPr spc="-55" dirty="0"/>
              <a:t> </a:t>
            </a:r>
            <a:r>
              <a:rPr spc="10" dirty="0"/>
              <a:t>.</a:t>
            </a:r>
            <a:r>
              <a:rPr spc="-55" dirty="0"/>
              <a:t> </a:t>
            </a:r>
            <a:r>
              <a:rPr dirty="0"/>
              <a:t>0  </a:t>
            </a:r>
            <a:r>
              <a:rPr spc="-105" dirty="0"/>
              <a:t> </a:t>
            </a:r>
            <a:r>
              <a:rPr dirty="0"/>
              <a:t>©  </a:t>
            </a:r>
            <a:r>
              <a:rPr spc="-105" dirty="0"/>
              <a:t> </a:t>
            </a:r>
            <a:r>
              <a:rPr spc="-70" dirty="0"/>
              <a:t>A</a:t>
            </a:r>
            <a:r>
              <a:rPr spc="-60" dirty="0"/>
              <a:t> </a:t>
            </a:r>
            <a:r>
              <a:rPr spc="-40" dirty="0"/>
              <a:t>P</a:t>
            </a:r>
            <a:r>
              <a:rPr spc="-60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dirty="0"/>
              <a:t>C</a:t>
            </a:r>
            <a:r>
              <a:rPr spc="-55" dirty="0"/>
              <a:t> </a:t>
            </a:r>
            <a:r>
              <a:rPr dirty="0"/>
              <a:t>H  </a:t>
            </a:r>
            <a:r>
              <a:rPr spc="-95" dirty="0"/>
              <a:t> </a:t>
            </a:r>
            <a:r>
              <a:rPr spc="-10" dirty="0"/>
              <a:t>L</a:t>
            </a:r>
            <a:r>
              <a:rPr spc="-55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spc="10" dirty="0"/>
              <a:t>M</a:t>
            </a:r>
            <a:r>
              <a:rPr spc="-60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spc="-10" dirty="0"/>
              <a:t>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397255"/>
            <a:ext cx="732091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VIEWING</a:t>
            </a:r>
            <a:r>
              <a:rPr spc="-20" dirty="0"/>
              <a:t> </a:t>
            </a:r>
            <a:r>
              <a:rPr spc="-5" dirty="0"/>
              <a:t>AND</a:t>
            </a:r>
            <a:r>
              <a:rPr spc="-15" dirty="0"/>
              <a:t> </a:t>
            </a:r>
            <a:r>
              <a:rPr dirty="0"/>
              <a:t>DELETING</a:t>
            </a:r>
            <a:r>
              <a:rPr spc="-20" dirty="0"/>
              <a:t> </a:t>
            </a:r>
            <a:r>
              <a:rPr spc="-5" dirty="0"/>
              <a:t>BRANCHES</a:t>
            </a:r>
            <a:r>
              <a:rPr spc="-20" dirty="0"/>
              <a:t> </a:t>
            </a:r>
            <a:r>
              <a:rPr dirty="0"/>
              <a:t>1-2</a:t>
            </a:r>
          </a:p>
        </p:txBody>
      </p:sp>
      <p:sp>
        <p:nvSpPr>
          <p:cNvPr id="3" name="object 3"/>
          <p:cNvSpPr/>
          <p:nvPr/>
        </p:nvSpPr>
        <p:spPr>
          <a:xfrm>
            <a:off x="533400" y="1631442"/>
            <a:ext cx="5943600" cy="518159"/>
          </a:xfrm>
          <a:custGeom>
            <a:avLst/>
            <a:gdLst/>
            <a:ahLst/>
            <a:cxnLst/>
            <a:rect l="l" t="t" r="r" b="b"/>
            <a:pathLst>
              <a:path w="5943600" h="518160">
                <a:moveTo>
                  <a:pt x="5606796" y="0"/>
                </a:moveTo>
                <a:lnTo>
                  <a:pt x="336829" y="0"/>
                </a:lnTo>
                <a:lnTo>
                  <a:pt x="268949" y="1757"/>
                </a:lnTo>
                <a:lnTo>
                  <a:pt x="205723" y="6796"/>
                </a:lnTo>
                <a:lnTo>
                  <a:pt x="148508" y="14767"/>
                </a:lnTo>
                <a:lnTo>
                  <a:pt x="98658" y="25320"/>
                </a:lnTo>
                <a:lnTo>
                  <a:pt x="57527" y="38106"/>
                </a:lnTo>
                <a:lnTo>
                  <a:pt x="6843" y="68975"/>
                </a:lnTo>
                <a:lnTo>
                  <a:pt x="0" y="86360"/>
                </a:lnTo>
                <a:lnTo>
                  <a:pt x="0" y="431800"/>
                </a:lnTo>
                <a:lnTo>
                  <a:pt x="26470" y="465385"/>
                </a:lnTo>
                <a:lnTo>
                  <a:pt x="98658" y="492839"/>
                </a:lnTo>
                <a:lnTo>
                  <a:pt x="148508" y="503392"/>
                </a:lnTo>
                <a:lnTo>
                  <a:pt x="205723" y="511363"/>
                </a:lnTo>
                <a:lnTo>
                  <a:pt x="268949" y="516402"/>
                </a:lnTo>
                <a:lnTo>
                  <a:pt x="336829" y="518159"/>
                </a:lnTo>
                <a:lnTo>
                  <a:pt x="5606796" y="518159"/>
                </a:lnTo>
                <a:lnTo>
                  <a:pt x="5674722" y="516402"/>
                </a:lnTo>
                <a:lnTo>
                  <a:pt x="5737967" y="511363"/>
                </a:lnTo>
                <a:lnTo>
                  <a:pt x="5795181" y="503392"/>
                </a:lnTo>
                <a:lnTo>
                  <a:pt x="5845016" y="492839"/>
                </a:lnTo>
                <a:lnTo>
                  <a:pt x="5886124" y="480053"/>
                </a:lnTo>
                <a:lnTo>
                  <a:pt x="5936764" y="449184"/>
                </a:lnTo>
                <a:lnTo>
                  <a:pt x="5943600" y="431800"/>
                </a:lnTo>
                <a:lnTo>
                  <a:pt x="5943600" y="86360"/>
                </a:lnTo>
                <a:lnTo>
                  <a:pt x="5917156" y="52774"/>
                </a:lnTo>
                <a:lnTo>
                  <a:pt x="5845016" y="25320"/>
                </a:lnTo>
                <a:lnTo>
                  <a:pt x="5795181" y="14767"/>
                </a:lnTo>
                <a:lnTo>
                  <a:pt x="5737967" y="6796"/>
                </a:lnTo>
                <a:lnTo>
                  <a:pt x="5674722" y="1757"/>
                </a:lnTo>
                <a:lnTo>
                  <a:pt x="5606796" y="0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190244" y="2369820"/>
            <a:ext cx="4723765" cy="836930"/>
            <a:chOff x="1190244" y="2369820"/>
            <a:chExt cx="4723765" cy="83693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0244" y="2433828"/>
              <a:ext cx="4723637" cy="63017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94054" y="2369820"/>
              <a:ext cx="4668774" cy="83667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36345" y="2457069"/>
              <a:ext cx="4631435" cy="53797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236345" y="2457069"/>
              <a:ext cx="4631690" cy="538480"/>
            </a:xfrm>
            <a:custGeom>
              <a:avLst/>
              <a:gdLst/>
              <a:ahLst/>
              <a:cxnLst/>
              <a:rect l="l" t="t" r="r" b="b"/>
              <a:pathLst>
                <a:path w="4631690" h="538480">
                  <a:moveTo>
                    <a:pt x="0" y="89662"/>
                  </a:moveTo>
                  <a:lnTo>
                    <a:pt x="35828" y="44459"/>
                  </a:lnTo>
                  <a:lnTo>
                    <a:pt x="76866" y="26304"/>
                  </a:lnTo>
                  <a:lnTo>
                    <a:pt x="129991" y="12267"/>
                  </a:lnTo>
                  <a:lnTo>
                    <a:pt x="192704" y="3210"/>
                  </a:lnTo>
                  <a:lnTo>
                    <a:pt x="262509" y="0"/>
                  </a:lnTo>
                  <a:lnTo>
                    <a:pt x="4368927" y="0"/>
                  </a:lnTo>
                  <a:lnTo>
                    <a:pt x="4438775" y="3210"/>
                  </a:lnTo>
                  <a:lnTo>
                    <a:pt x="4501500" y="12267"/>
                  </a:lnTo>
                  <a:lnTo>
                    <a:pt x="4554616" y="26304"/>
                  </a:lnTo>
                  <a:lnTo>
                    <a:pt x="4595636" y="44459"/>
                  </a:lnTo>
                  <a:lnTo>
                    <a:pt x="4631436" y="89662"/>
                  </a:lnTo>
                  <a:lnTo>
                    <a:pt x="4631436" y="448309"/>
                  </a:lnTo>
                  <a:lnTo>
                    <a:pt x="4595636" y="493512"/>
                  </a:lnTo>
                  <a:lnTo>
                    <a:pt x="4554616" y="511667"/>
                  </a:lnTo>
                  <a:lnTo>
                    <a:pt x="4501500" y="525704"/>
                  </a:lnTo>
                  <a:lnTo>
                    <a:pt x="4438775" y="534761"/>
                  </a:lnTo>
                  <a:lnTo>
                    <a:pt x="4368927" y="537972"/>
                  </a:lnTo>
                  <a:lnTo>
                    <a:pt x="262509" y="537972"/>
                  </a:lnTo>
                  <a:lnTo>
                    <a:pt x="192704" y="534761"/>
                  </a:lnTo>
                  <a:lnTo>
                    <a:pt x="129991" y="525704"/>
                  </a:lnTo>
                  <a:lnTo>
                    <a:pt x="76866" y="511667"/>
                  </a:lnTo>
                  <a:lnTo>
                    <a:pt x="35828" y="493512"/>
                  </a:lnTo>
                  <a:lnTo>
                    <a:pt x="0" y="448309"/>
                  </a:lnTo>
                  <a:lnTo>
                    <a:pt x="0" y="89662"/>
                  </a:lnTo>
                  <a:close/>
                </a:path>
              </a:pathLst>
            </a:custGeom>
            <a:ln w="9905">
              <a:solidFill>
                <a:srgbClr val="D2441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02818" y="1607311"/>
            <a:ext cx="4993005" cy="1399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Your</a:t>
            </a:r>
            <a:r>
              <a:rPr sz="1800" spc="-2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branches:</a:t>
            </a:r>
            <a:r>
              <a:rPr sz="1800" spc="-1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Displays</a:t>
            </a:r>
            <a:r>
              <a:rPr sz="1800" spc="-2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the</a:t>
            </a:r>
            <a:r>
              <a:rPr sz="1800" spc="-1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recent</a:t>
            </a:r>
            <a:r>
              <a:rPr sz="1800" spc="-1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ones</a:t>
            </a:r>
            <a:r>
              <a:rPr sz="1800" spc="-1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first.</a:t>
            </a:r>
            <a:endParaRPr sz="18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100">
              <a:latin typeface="Comic Sans MS"/>
              <a:cs typeface="Comic Sans MS"/>
            </a:endParaRPr>
          </a:p>
          <a:p>
            <a:pPr marL="669290">
              <a:lnSpc>
                <a:spcPct val="100000"/>
              </a:lnSpc>
            </a:pP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Active</a:t>
            </a:r>
            <a:r>
              <a:rPr sz="1800" spc="-3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Branches:</a:t>
            </a:r>
            <a:r>
              <a:rPr sz="1800" spc="-2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Displays</a:t>
            </a:r>
            <a:r>
              <a:rPr sz="1800" spc="-2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the</a:t>
            </a:r>
            <a:r>
              <a:rPr sz="1800" spc="-2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last</a:t>
            </a:r>
            <a:r>
              <a:rPr sz="1800" spc="-2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three</a:t>
            </a:r>
            <a:endParaRPr sz="1800">
              <a:latin typeface="Comic Sans MS"/>
              <a:cs typeface="Comic Sans MS"/>
            </a:endParaRPr>
          </a:p>
          <a:p>
            <a:pPr marL="2512695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months</a:t>
            </a:r>
            <a:r>
              <a:rPr sz="1800" spc="-5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branches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773679" y="3441953"/>
            <a:ext cx="4010660" cy="539115"/>
          </a:xfrm>
          <a:custGeom>
            <a:avLst/>
            <a:gdLst/>
            <a:ahLst/>
            <a:cxnLst/>
            <a:rect l="l" t="t" r="r" b="b"/>
            <a:pathLst>
              <a:path w="4010659" h="539114">
                <a:moveTo>
                  <a:pt x="3783076" y="0"/>
                </a:moveTo>
                <a:lnTo>
                  <a:pt x="227330" y="0"/>
                </a:lnTo>
                <a:lnTo>
                  <a:pt x="166878" y="3211"/>
                </a:lnTo>
                <a:lnTo>
                  <a:pt x="112569" y="12271"/>
                </a:lnTo>
                <a:lnTo>
                  <a:pt x="66563" y="26320"/>
                </a:lnTo>
                <a:lnTo>
                  <a:pt x="31025" y="44497"/>
                </a:lnTo>
                <a:lnTo>
                  <a:pt x="0" y="89789"/>
                </a:lnTo>
                <a:lnTo>
                  <a:pt x="0" y="448945"/>
                </a:lnTo>
                <a:lnTo>
                  <a:pt x="31025" y="494236"/>
                </a:lnTo>
                <a:lnTo>
                  <a:pt x="66563" y="512413"/>
                </a:lnTo>
                <a:lnTo>
                  <a:pt x="112569" y="526462"/>
                </a:lnTo>
                <a:lnTo>
                  <a:pt x="166878" y="535522"/>
                </a:lnTo>
                <a:lnTo>
                  <a:pt x="227330" y="538734"/>
                </a:lnTo>
                <a:lnTo>
                  <a:pt x="3783076" y="538734"/>
                </a:lnTo>
                <a:lnTo>
                  <a:pt x="3843571" y="535522"/>
                </a:lnTo>
                <a:lnTo>
                  <a:pt x="3897893" y="526462"/>
                </a:lnTo>
                <a:lnTo>
                  <a:pt x="3943889" y="512413"/>
                </a:lnTo>
                <a:lnTo>
                  <a:pt x="3979408" y="494236"/>
                </a:lnTo>
                <a:lnTo>
                  <a:pt x="4010405" y="448945"/>
                </a:lnTo>
                <a:lnTo>
                  <a:pt x="4010405" y="89789"/>
                </a:lnTo>
                <a:lnTo>
                  <a:pt x="3979408" y="44497"/>
                </a:lnTo>
                <a:lnTo>
                  <a:pt x="3943889" y="26320"/>
                </a:lnTo>
                <a:lnTo>
                  <a:pt x="3897893" y="12271"/>
                </a:lnTo>
                <a:lnTo>
                  <a:pt x="3843571" y="3211"/>
                </a:lnTo>
                <a:lnTo>
                  <a:pt x="3783076" y="0"/>
                </a:lnTo>
                <a:close/>
              </a:path>
            </a:pathLst>
          </a:custGeom>
          <a:solidFill>
            <a:srgbClr val="BCB1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897632" y="3418332"/>
            <a:ext cx="36988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omic Sans MS"/>
                <a:cs typeface="Comic Sans MS"/>
              </a:rPr>
              <a:t>Stale</a:t>
            </a:r>
            <a:r>
              <a:rPr sz="1800" spc="-30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Branches:</a:t>
            </a:r>
            <a:r>
              <a:rPr sz="1800" spc="-25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Inactive</a:t>
            </a:r>
            <a:r>
              <a:rPr sz="1800" spc="-30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branches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794759" y="4696967"/>
            <a:ext cx="4038600" cy="538480"/>
          </a:xfrm>
          <a:custGeom>
            <a:avLst/>
            <a:gdLst/>
            <a:ahLst/>
            <a:cxnLst/>
            <a:rect l="l" t="t" r="r" b="b"/>
            <a:pathLst>
              <a:path w="4038600" h="538479">
                <a:moveTo>
                  <a:pt x="3809745" y="0"/>
                </a:moveTo>
                <a:lnTo>
                  <a:pt x="228853" y="0"/>
                </a:lnTo>
                <a:lnTo>
                  <a:pt x="168025" y="3202"/>
                </a:lnTo>
                <a:lnTo>
                  <a:pt x="113359" y="12239"/>
                </a:lnTo>
                <a:lnTo>
                  <a:pt x="67040" y="26257"/>
                </a:lnTo>
                <a:lnTo>
                  <a:pt x="31251" y="44402"/>
                </a:lnTo>
                <a:lnTo>
                  <a:pt x="0" y="89661"/>
                </a:lnTo>
                <a:lnTo>
                  <a:pt x="0" y="448309"/>
                </a:lnTo>
                <a:lnTo>
                  <a:pt x="31251" y="493569"/>
                </a:lnTo>
                <a:lnTo>
                  <a:pt x="67040" y="511714"/>
                </a:lnTo>
                <a:lnTo>
                  <a:pt x="113359" y="525732"/>
                </a:lnTo>
                <a:lnTo>
                  <a:pt x="168025" y="534769"/>
                </a:lnTo>
                <a:lnTo>
                  <a:pt x="228853" y="537971"/>
                </a:lnTo>
                <a:lnTo>
                  <a:pt x="3809745" y="537971"/>
                </a:lnTo>
                <a:lnTo>
                  <a:pt x="3870618" y="534769"/>
                </a:lnTo>
                <a:lnTo>
                  <a:pt x="3925297" y="525732"/>
                </a:lnTo>
                <a:lnTo>
                  <a:pt x="3971607" y="511714"/>
                </a:lnTo>
                <a:lnTo>
                  <a:pt x="4007376" y="493569"/>
                </a:lnTo>
                <a:lnTo>
                  <a:pt x="4038600" y="448309"/>
                </a:lnTo>
                <a:lnTo>
                  <a:pt x="4038600" y="89661"/>
                </a:lnTo>
                <a:lnTo>
                  <a:pt x="4007376" y="44402"/>
                </a:lnTo>
                <a:lnTo>
                  <a:pt x="3971607" y="26257"/>
                </a:lnTo>
                <a:lnTo>
                  <a:pt x="3925297" y="12239"/>
                </a:lnTo>
                <a:lnTo>
                  <a:pt x="3870618" y="3202"/>
                </a:lnTo>
                <a:lnTo>
                  <a:pt x="3809745" y="0"/>
                </a:lnTo>
                <a:close/>
              </a:path>
            </a:pathLst>
          </a:custGeom>
          <a:solidFill>
            <a:srgbClr val="9BBA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918458" y="4673600"/>
            <a:ext cx="33445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omic Sans MS"/>
                <a:cs typeface="Comic Sans MS"/>
              </a:rPr>
              <a:t>All</a:t>
            </a:r>
            <a:r>
              <a:rPr sz="1800" spc="-45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Branches:</a:t>
            </a:r>
            <a:r>
              <a:rPr sz="1800" spc="-4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Default</a:t>
            </a:r>
            <a:r>
              <a:rPr sz="1800" spc="-25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branches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45"/>
              </a:lnSpc>
            </a:pPr>
            <a:fld id="{81D60167-4931-47E6-BA6A-407CBD079E47}" type="slidenum">
              <a:rPr dirty="0"/>
              <a:t>11</a:t>
            </a:fld>
            <a:endParaRPr dirty="0"/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 dirty="0"/>
              <a:t>V  </a:t>
            </a:r>
            <a:r>
              <a:rPr spc="-105" dirty="0"/>
              <a:t> </a:t>
            </a:r>
            <a:r>
              <a:rPr dirty="0"/>
              <a:t>1</a:t>
            </a:r>
            <a:r>
              <a:rPr spc="-55" dirty="0"/>
              <a:t> </a:t>
            </a:r>
            <a:r>
              <a:rPr spc="10" dirty="0"/>
              <a:t>.</a:t>
            </a:r>
            <a:r>
              <a:rPr spc="-55" dirty="0"/>
              <a:t> </a:t>
            </a:r>
            <a:r>
              <a:rPr dirty="0"/>
              <a:t>0  </a:t>
            </a:r>
            <a:r>
              <a:rPr spc="-105" dirty="0"/>
              <a:t> </a:t>
            </a:r>
            <a:r>
              <a:rPr dirty="0"/>
              <a:t>©  </a:t>
            </a:r>
            <a:r>
              <a:rPr spc="-105" dirty="0"/>
              <a:t> </a:t>
            </a:r>
            <a:r>
              <a:rPr spc="-70" dirty="0"/>
              <a:t>A</a:t>
            </a:r>
            <a:r>
              <a:rPr spc="-60" dirty="0"/>
              <a:t> </a:t>
            </a:r>
            <a:r>
              <a:rPr spc="-40" dirty="0"/>
              <a:t>P</a:t>
            </a:r>
            <a:r>
              <a:rPr spc="-60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dirty="0"/>
              <a:t>C</a:t>
            </a:r>
            <a:r>
              <a:rPr spc="-55" dirty="0"/>
              <a:t> </a:t>
            </a:r>
            <a:r>
              <a:rPr dirty="0"/>
              <a:t>H  </a:t>
            </a:r>
            <a:r>
              <a:rPr spc="-95" dirty="0"/>
              <a:t> </a:t>
            </a:r>
            <a:r>
              <a:rPr spc="-10" dirty="0"/>
              <a:t>L</a:t>
            </a:r>
            <a:r>
              <a:rPr spc="-55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spc="10" dirty="0"/>
              <a:t>M</a:t>
            </a:r>
            <a:r>
              <a:rPr spc="-60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spc="-10" dirty="0"/>
              <a:t>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100"/>
              </a:spcBef>
            </a:pPr>
            <a:r>
              <a:rPr dirty="0"/>
              <a:t>VIEWING</a:t>
            </a:r>
            <a:r>
              <a:rPr spc="-20" dirty="0"/>
              <a:t> </a:t>
            </a:r>
            <a:r>
              <a:rPr spc="-5" dirty="0"/>
              <a:t>AND</a:t>
            </a:r>
            <a:r>
              <a:rPr spc="-15" dirty="0"/>
              <a:t> </a:t>
            </a:r>
            <a:r>
              <a:rPr dirty="0"/>
              <a:t>DELETING</a:t>
            </a:r>
            <a:r>
              <a:rPr spc="-20" dirty="0"/>
              <a:t> </a:t>
            </a:r>
            <a:r>
              <a:rPr spc="-5" dirty="0"/>
              <a:t>BRANCHES</a:t>
            </a:r>
            <a:r>
              <a:rPr spc="-20" dirty="0"/>
              <a:t> </a:t>
            </a:r>
            <a:r>
              <a:rPr dirty="0"/>
              <a:t>2-2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7191" y="2198370"/>
            <a:ext cx="371982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Comic Sans MS"/>
                <a:cs typeface="Comic Sans MS"/>
              </a:rPr>
              <a:t>Steps</a:t>
            </a:r>
            <a:r>
              <a:rPr sz="2400" b="1" spc="-35" dirty="0">
                <a:latin typeface="Comic Sans MS"/>
                <a:cs typeface="Comic Sans MS"/>
              </a:rPr>
              <a:t> </a:t>
            </a:r>
            <a:r>
              <a:rPr sz="2400" b="1" spc="-5" dirty="0">
                <a:latin typeface="Comic Sans MS"/>
                <a:cs typeface="Comic Sans MS"/>
              </a:rPr>
              <a:t>to</a:t>
            </a:r>
            <a:r>
              <a:rPr sz="2400" b="1" spc="-25" dirty="0">
                <a:latin typeface="Comic Sans MS"/>
                <a:cs typeface="Comic Sans MS"/>
              </a:rPr>
              <a:t> </a:t>
            </a:r>
            <a:r>
              <a:rPr sz="2400" b="1" dirty="0">
                <a:latin typeface="Comic Sans MS"/>
                <a:cs typeface="Comic Sans MS"/>
              </a:rPr>
              <a:t>View</a:t>
            </a:r>
            <a:r>
              <a:rPr sz="2400" b="1" spc="-15" dirty="0">
                <a:latin typeface="Comic Sans MS"/>
                <a:cs typeface="Comic Sans MS"/>
              </a:rPr>
              <a:t> </a:t>
            </a:r>
            <a:r>
              <a:rPr sz="2400" b="1" spc="-10" dirty="0">
                <a:latin typeface="Comic Sans MS"/>
                <a:cs typeface="Comic Sans MS"/>
              </a:rPr>
              <a:t>repository</a:t>
            </a:r>
            <a:endParaRPr sz="2400">
              <a:latin typeface="Comic Sans MS"/>
              <a:cs typeface="Comic Sans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177157" y="2865373"/>
            <a:ext cx="823594" cy="361315"/>
          </a:xfrm>
          <a:custGeom>
            <a:avLst/>
            <a:gdLst/>
            <a:ahLst/>
            <a:cxnLst/>
            <a:rect l="l" t="t" r="r" b="b"/>
            <a:pathLst>
              <a:path w="823595" h="361314">
                <a:moveTo>
                  <a:pt x="823340" y="361061"/>
                </a:moveTo>
                <a:lnTo>
                  <a:pt x="0" y="0"/>
                </a:lnTo>
              </a:path>
            </a:pathLst>
          </a:custGeom>
          <a:ln w="25400">
            <a:solidFill>
              <a:srgbClr val="A8381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273422" y="1534794"/>
            <a:ext cx="705485" cy="626110"/>
          </a:xfrm>
          <a:custGeom>
            <a:avLst/>
            <a:gdLst/>
            <a:ahLst/>
            <a:cxnLst/>
            <a:rect l="l" t="t" r="r" b="b"/>
            <a:pathLst>
              <a:path w="705485" h="626110">
                <a:moveTo>
                  <a:pt x="0" y="625855"/>
                </a:moveTo>
                <a:lnTo>
                  <a:pt x="705104" y="0"/>
                </a:lnTo>
              </a:path>
            </a:pathLst>
          </a:custGeom>
          <a:ln w="25400">
            <a:solidFill>
              <a:srgbClr val="A8381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5192267" y="902208"/>
            <a:ext cx="1563370" cy="1563370"/>
            <a:chOff x="5192267" y="902208"/>
            <a:chExt cx="1563370" cy="156337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92267" y="902208"/>
              <a:ext cx="1562862" cy="156286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252465" y="942594"/>
              <a:ext cx="1442720" cy="1442720"/>
            </a:xfrm>
            <a:custGeom>
              <a:avLst/>
              <a:gdLst/>
              <a:ahLst/>
              <a:cxnLst/>
              <a:rect l="l" t="t" r="r" b="b"/>
              <a:pathLst>
                <a:path w="1442720" h="1442720">
                  <a:moveTo>
                    <a:pt x="721233" y="0"/>
                  </a:moveTo>
                  <a:lnTo>
                    <a:pt x="673817" y="1534"/>
                  </a:lnTo>
                  <a:lnTo>
                    <a:pt x="627220" y="6074"/>
                  </a:lnTo>
                  <a:lnTo>
                    <a:pt x="581536" y="13523"/>
                  </a:lnTo>
                  <a:lnTo>
                    <a:pt x="536860" y="23789"/>
                  </a:lnTo>
                  <a:lnTo>
                    <a:pt x="493288" y="36774"/>
                  </a:lnTo>
                  <a:lnTo>
                    <a:pt x="450914" y="52384"/>
                  </a:lnTo>
                  <a:lnTo>
                    <a:pt x="409834" y="70524"/>
                  </a:lnTo>
                  <a:lnTo>
                    <a:pt x="370142" y="91098"/>
                  </a:lnTo>
                  <a:lnTo>
                    <a:pt x="331934" y="114012"/>
                  </a:lnTo>
                  <a:lnTo>
                    <a:pt x="295305" y="139171"/>
                  </a:lnTo>
                  <a:lnTo>
                    <a:pt x="260350" y="166479"/>
                  </a:lnTo>
                  <a:lnTo>
                    <a:pt x="227164" y="195842"/>
                  </a:lnTo>
                  <a:lnTo>
                    <a:pt x="195842" y="227164"/>
                  </a:lnTo>
                  <a:lnTo>
                    <a:pt x="166479" y="260350"/>
                  </a:lnTo>
                  <a:lnTo>
                    <a:pt x="139171" y="295305"/>
                  </a:lnTo>
                  <a:lnTo>
                    <a:pt x="114012" y="331934"/>
                  </a:lnTo>
                  <a:lnTo>
                    <a:pt x="91098" y="370142"/>
                  </a:lnTo>
                  <a:lnTo>
                    <a:pt x="70524" y="409834"/>
                  </a:lnTo>
                  <a:lnTo>
                    <a:pt x="52384" y="450914"/>
                  </a:lnTo>
                  <a:lnTo>
                    <a:pt x="36774" y="493288"/>
                  </a:lnTo>
                  <a:lnTo>
                    <a:pt x="23789" y="536860"/>
                  </a:lnTo>
                  <a:lnTo>
                    <a:pt x="13523" y="581536"/>
                  </a:lnTo>
                  <a:lnTo>
                    <a:pt x="6074" y="627220"/>
                  </a:lnTo>
                  <a:lnTo>
                    <a:pt x="1534" y="673817"/>
                  </a:lnTo>
                  <a:lnTo>
                    <a:pt x="0" y="721233"/>
                  </a:lnTo>
                  <a:lnTo>
                    <a:pt x="1534" y="768648"/>
                  </a:lnTo>
                  <a:lnTo>
                    <a:pt x="6074" y="815245"/>
                  </a:lnTo>
                  <a:lnTo>
                    <a:pt x="13523" y="860929"/>
                  </a:lnTo>
                  <a:lnTo>
                    <a:pt x="23789" y="905605"/>
                  </a:lnTo>
                  <a:lnTo>
                    <a:pt x="36774" y="949177"/>
                  </a:lnTo>
                  <a:lnTo>
                    <a:pt x="52384" y="991551"/>
                  </a:lnTo>
                  <a:lnTo>
                    <a:pt x="70524" y="1032631"/>
                  </a:lnTo>
                  <a:lnTo>
                    <a:pt x="91098" y="1072323"/>
                  </a:lnTo>
                  <a:lnTo>
                    <a:pt x="114012" y="1110531"/>
                  </a:lnTo>
                  <a:lnTo>
                    <a:pt x="139171" y="1147160"/>
                  </a:lnTo>
                  <a:lnTo>
                    <a:pt x="166479" y="1182115"/>
                  </a:lnTo>
                  <a:lnTo>
                    <a:pt x="195842" y="1215301"/>
                  </a:lnTo>
                  <a:lnTo>
                    <a:pt x="227164" y="1246623"/>
                  </a:lnTo>
                  <a:lnTo>
                    <a:pt x="260350" y="1275986"/>
                  </a:lnTo>
                  <a:lnTo>
                    <a:pt x="295305" y="1303294"/>
                  </a:lnTo>
                  <a:lnTo>
                    <a:pt x="331934" y="1328453"/>
                  </a:lnTo>
                  <a:lnTo>
                    <a:pt x="370142" y="1351367"/>
                  </a:lnTo>
                  <a:lnTo>
                    <a:pt x="409834" y="1371941"/>
                  </a:lnTo>
                  <a:lnTo>
                    <a:pt x="450914" y="1390081"/>
                  </a:lnTo>
                  <a:lnTo>
                    <a:pt x="493288" y="1405691"/>
                  </a:lnTo>
                  <a:lnTo>
                    <a:pt x="536860" y="1418676"/>
                  </a:lnTo>
                  <a:lnTo>
                    <a:pt x="581536" y="1428942"/>
                  </a:lnTo>
                  <a:lnTo>
                    <a:pt x="627220" y="1436391"/>
                  </a:lnTo>
                  <a:lnTo>
                    <a:pt x="673817" y="1440931"/>
                  </a:lnTo>
                  <a:lnTo>
                    <a:pt x="721233" y="1442466"/>
                  </a:lnTo>
                  <a:lnTo>
                    <a:pt x="768648" y="1440931"/>
                  </a:lnTo>
                  <a:lnTo>
                    <a:pt x="815245" y="1436391"/>
                  </a:lnTo>
                  <a:lnTo>
                    <a:pt x="860929" y="1428942"/>
                  </a:lnTo>
                  <a:lnTo>
                    <a:pt x="905605" y="1418676"/>
                  </a:lnTo>
                  <a:lnTo>
                    <a:pt x="949177" y="1405691"/>
                  </a:lnTo>
                  <a:lnTo>
                    <a:pt x="991551" y="1390081"/>
                  </a:lnTo>
                  <a:lnTo>
                    <a:pt x="1032631" y="1371941"/>
                  </a:lnTo>
                  <a:lnTo>
                    <a:pt x="1072323" y="1351367"/>
                  </a:lnTo>
                  <a:lnTo>
                    <a:pt x="1110531" y="1328453"/>
                  </a:lnTo>
                  <a:lnTo>
                    <a:pt x="1147160" y="1303294"/>
                  </a:lnTo>
                  <a:lnTo>
                    <a:pt x="1182115" y="1275986"/>
                  </a:lnTo>
                  <a:lnTo>
                    <a:pt x="1215301" y="1246623"/>
                  </a:lnTo>
                  <a:lnTo>
                    <a:pt x="1246623" y="1215301"/>
                  </a:lnTo>
                  <a:lnTo>
                    <a:pt x="1275986" y="1182115"/>
                  </a:lnTo>
                  <a:lnTo>
                    <a:pt x="1303294" y="1147160"/>
                  </a:lnTo>
                  <a:lnTo>
                    <a:pt x="1328453" y="1110531"/>
                  </a:lnTo>
                  <a:lnTo>
                    <a:pt x="1351367" y="1072323"/>
                  </a:lnTo>
                  <a:lnTo>
                    <a:pt x="1371941" y="1032631"/>
                  </a:lnTo>
                  <a:lnTo>
                    <a:pt x="1390081" y="991551"/>
                  </a:lnTo>
                  <a:lnTo>
                    <a:pt x="1405691" y="949177"/>
                  </a:lnTo>
                  <a:lnTo>
                    <a:pt x="1418676" y="905605"/>
                  </a:lnTo>
                  <a:lnTo>
                    <a:pt x="1428942" y="860929"/>
                  </a:lnTo>
                  <a:lnTo>
                    <a:pt x="1436391" y="815245"/>
                  </a:lnTo>
                  <a:lnTo>
                    <a:pt x="1440931" y="768648"/>
                  </a:lnTo>
                  <a:lnTo>
                    <a:pt x="1442466" y="721233"/>
                  </a:lnTo>
                  <a:lnTo>
                    <a:pt x="1440931" y="673817"/>
                  </a:lnTo>
                  <a:lnTo>
                    <a:pt x="1436391" y="627220"/>
                  </a:lnTo>
                  <a:lnTo>
                    <a:pt x="1428942" y="581536"/>
                  </a:lnTo>
                  <a:lnTo>
                    <a:pt x="1418676" y="536860"/>
                  </a:lnTo>
                  <a:lnTo>
                    <a:pt x="1405691" y="493288"/>
                  </a:lnTo>
                  <a:lnTo>
                    <a:pt x="1390081" y="450914"/>
                  </a:lnTo>
                  <a:lnTo>
                    <a:pt x="1371941" y="409834"/>
                  </a:lnTo>
                  <a:lnTo>
                    <a:pt x="1351367" y="370142"/>
                  </a:lnTo>
                  <a:lnTo>
                    <a:pt x="1328453" y="331934"/>
                  </a:lnTo>
                  <a:lnTo>
                    <a:pt x="1303294" y="295305"/>
                  </a:lnTo>
                  <a:lnTo>
                    <a:pt x="1275986" y="260350"/>
                  </a:lnTo>
                  <a:lnTo>
                    <a:pt x="1246623" y="227164"/>
                  </a:lnTo>
                  <a:lnTo>
                    <a:pt x="1215301" y="195842"/>
                  </a:lnTo>
                  <a:lnTo>
                    <a:pt x="1182115" y="166479"/>
                  </a:lnTo>
                  <a:lnTo>
                    <a:pt x="1147160" y="139171"/>
                  </a:lnTo>
                  <a:lnTo>
                    <a:pt x="1110531" y="114012"/>
                  </a:lnTo>
                  <a:lnTo>
                    <a:pt x="1072323" y="91098"/>
                  </a:lnTo>
                  <a:lnTo>
                    <a:pt x="1032631" y="70524"/>
                  </a:lnTo>
                  <a:lnTo>
                    <a:pt x="991551" y="52384"/>
                  </a:lnTo>
                  <a:lnTo>
                    <a:pt x="949177" y="36774"/>
                  </a:lnTo>
                  <a:lnTo>
                    <a:pt x="905605" y="23789"/>
                  </a:lnTo>
                  <a:lnTo>
                    <a:pt x="860929" y="13523"/>
                  </a:lnTo>
                  <a:lnTo>
                    <a:pt x="815245" y="6074"/>
                  </a:lnTo>
                  <a:lnTo>
                    <a:pt x="768648" y="1534"/>
                  </a:lnTo>
                  <a:lnTo>
                    <a:pt x="721233" y="0"/>
                  </a:lnTo>
                  <a:close/>
                </a:path>
              </a:pathLst>
            </a:custGeom>
            <a:solidFill>
              <a:srgbClr val="D247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252465" y="942594"/>
              <a:ext cx="1442720" cy="1442720"/>
            </a:xfrm>
            <a:custGeom>
              <a:avLst/>
              <a:gdLst/>
              <a:ahLst/>
              <a:cxnLst/>
              <a:rect l="l" t="t" r="r" b="b"/>
              <a:pathLst>
                <a:path w="1442720" h="1442720">
                  <a:moveTo>
                    <a:pt x="0" y="721233"/>
                  </a:moveTo>
                  <a:lnTo>
                    <a:pt x="1534" y="673817"/>
                  </a:lnTo>
                  <a:lnTo>
                    <a:pt x="6074" y="627220"/>
                  </a:lnTo>
                  <a:lnTo>
                    <a:pt x="13523" y="581536"/>
                  </a:lnTo>
                  <a:lnTo>
                    <a:pt x="23789" y="536860"/>
                  </a:lnTo>
                  <a:lnTo>
                    <a:pt x="36774" y="493288"/>
                  </a:lnTo>
                  <a:lnTo>
                    <a:pt x="52384" y="450914"/>
                  </a:lnTo>
                  <a:lnTo>
                    <a:pt x="70524" y="409834"/>
                  </a:lnTo>
                  <a:lnTo>
                    <a:pt x="91098" y="370142"/>
                  </a:lnTo>
                  <a:lnTo>
                    <a:pt x="114012" y="331934"/>
                  </a:lnTo>
                  <a:lnTo>
                    <a:pt x="139171" y="295305"/>
                  </a:lnTo>
                  <a:lnTo>
                    <a:pt x="166479" y="260350"/>
                  </a:lnTo>
                  <a:lnTo>
                    <a:pt x="195842" y="227164"/>
                  </a:lnTo>
                  <a:lnTo>
                    <a:pt x="227164" y="195842"/>
                  </a:lnTo>
                  <a:lnTo>
                    <a:pt x="260350" y="166479"/>
                  </a:lnTo>
                  <a:lnTo>
                    <a:pt x="295305" y="139171"/>
                  </a:lnTo>
                  <a:lnTo>
                    <a:pt x="331934" y="114012"/>
                  </a:lnTo>
                  <a:lnTo>
                    <a:pt x="370142" y="91098"/>
                  </a:lnTo>
                  <a:lnTo>
                    <a:pt x="409834" y="70524"/>
                  </a:lnTo>
                  <a:lnTo>
                    <a:pt x="450914" y="52384"/>
                  </a:lnTo>
                  <a:lnTo>
                    <a:pt x="493288" y="36774"/>
                  </a:lnTo>
                  <a:lnTo>
                    <a:pt x="536860" y="23789"/>
                  </a:lnTo>
                  <a:lnTo>
                    <a:pt x="581536" y="13523"/>
                  </a:lnTo>
                  <a:lnTo>
                    <a:pt x="627220" y="6074"/>
                  </a:lnTo>
                  <a:lnTo>
                    <a:pt x="673817" y="1534"/>
                  </a:lnTo>
                  <a:lnTo>
                    <a:pt x="721233" y="0"/>
                  </a:lnTo>
                  <a:lnTo>
                    <a:pt x="768648" y="1534"/>
                  </a:lnTo>
                  <a:lnTo>
                    <a:pt x="815245" y="6074"/>
                  </a:lnTo>
                  <a:lnTo>
                    <a:pt x="860929" y="13523"/>
                  </a:lnTo>
                  <a:lnTo>
                    <a:pt x="905605" y="23789"/>
                  </a:lnTo>
                  <a:lnTo>
                    <a:pt x="949177" y="36774"/>
                  </a:lnTo>
                  <a:lnTo>
                    <a:pt x="991551" y="52384"/>
                  </a:lnTo>
                  <a:lnTo>
                    <a:pt x="1032631" y="70524"/>
                  </a:lnTo>
                  <a:lnTo>
                    <a:pt x="1072323" y="91098"/>
                  </a:lnTo>
                  <a:lnTo>
                    <a:pt x="1110531" y="114012"/>
                  </a:lnTo>
                  <a:lnTo>
                    <a:pt x="1147160" y="139171"/>
                  </a:lnTo>
                  <a:lnTo>
                    <a:pt x="1182115" y="166479"/>
                  </a:lnTo>
                  <a:lnTo>
                    <a:pt x="1215301" y="195842"/>
                  </a:lnTo>
                  <a:lnTo>
                    <a:pt x="1246623" y="227164"/>
                  </a:lnTo>
                  <a:lnTo>
                    <a:pt x="1275986" y="260350"/>
                  </a:lnTo>
                  <a:lnTo>
                    <a:pt x="1303294" y="295305"/>
                  </a:lnTo>
                  <a:lnTo>
                    <a:pt x="1328453" y="331934"/>
                  </a:lnTo>
                  <a:lnTo>
                    <a:pt x="1351367" y="370142"/>
                  </a:lnTo>
                  <a:lnTo>
                    <a:pt x="1371941" y="409834"/>
                  </a:lnTo>
                  <a:lnTo>
                    <a:pt x="1390081" y="450914"/>
                  </a:lnTo>
                  <a:lnTo>
                    <a:pt x="1405691" y="493288"/>
                  </a:lnTo>
                  <a:lnTo>
                    <a:pt x="1418676" y="536860"/>
                  </a:lnTo>
                  <a:lnTo>
                    <a:pt x="1428942" y="581536"/>
                  </a:lnTo>
                  <a:lnTo>
                    <a:pt x="1436391" y="627220"/>
                  </a:lnTo>
                  <a:lnTo>
                    <a:pt x="1440931" y="673817"/>
                  </a:lnTo>
                  <a:lnTo>
                    <a:pt x="1442466" y="721233"/>
                  </a:lnTo>
                  <a:lnTo>
                    <a:pt x="1440931" y="768648"/>
                  </a:lnTo>
                  <a:lnTo>
                    <a:pt x="1436391" y="815245"/>
                  </a:lnTo>
                  <a:lnTo>
                    <a:pt x="1428942" y="860929"/>
                  </a:lnTo>
                  <a:lnTo>
                    <a:pt x="1418676" y="905605"/>
                  </a:lnTo>
                  <a:lnTo>
                    <a:pt x="1405691" y="949177"/>
                  </a:lnTo>
                  <a:lnTo>
                    <a:pt x="1390081" y="991551"/>
                  </a:lnTo>
                  <a:lnTo>
                    <a:pt x="1371941" y="1032631"/>
                  </a:lnTo>
                  <a:lnTo>
                    <a:pt x="1351367" y="1072323"/>
                  </a:lnTo>
                  <a:lnTo>
                    <a:pt x="1328453" y="1110531"/>
                  </a:lnTo>
                  <a:lnTo>
                    <a:pt x="1303294" y="1147160"/>
                  </a:lnTo>
                  <a:lnTo>
                    <a:pt x="1275986" y="1182115"/>
                  </a:lnTo>
                  <a:lnTo>
                    <a:pt x="1246623" y="1215301"/>
                  </a:lnTo>
                  <a:lnTo>
                    <a:pt x="1215301" y="1246623"/>
                  </a:lnTo>
                  <a:lnTo>
                    <a:pt x="1182115" y="1275986"/>
                  </a:lnTo>
                  <a:lnTo>
                    <a:pt x="1147160" y="1303294"/>
                  </a:lnTo>
                  <a:lnTo>
                    <a:pt x="1110531" y="1328453"/>
                  </a:lnTo>
                  <a:lnTo>
                    <a:pt x="1072323" y="1351367"/>
                  </a:lnTo>
                  <a:lnTo>
                    <a:pt x="1032631" y="1371941"/>
                  </a:lnTo>
                  <a:lnTo>
                    <a:pt x="991551" y="1390081"/>
                  </a:lnTo>
                  <a:lnTo>
                    <a:pt x="949177" y="1405691"/>
                  </a:lnTo>
                  <a:lnTo>
                    <a:pt x="905605" y="1418676"/>
                  </a:lnTo>
                  <a:lnTo>
                    <a:pt x="860929" y="1428942"/>
                  </a:lnTo>
                  <a:lnTo>
                    <a:pt x="815245" y="1436391"/>
                  </a:lnTo>
                  <a:lnTo>
                    <a:pt x="768648" y="1440931"/>
                  </a:lnTo>
                  <a:lnTo>
                    <a:pt x="721233" y="1442466"/>
                  </a:lnTo>
                  <a:lnTo>
                    <a:pt x="673817" y="1440931"/>
                  </a:lnTo>
                  <a:lnTo>
                    <a:pt x="627220" y="1436391"/>
                  </a:lnTo>
                  <a:lnTo>
                    <a:pt x="581536" y="1428942"/>
                  </a:lnTo>
                  <a:lnTo>
                    <a:pt x="536860" y="1418676"/>
                  </a:lnTo>
                  <a:lnTo>
                    <a:pt x="493288" y="1405691"/>
                  </a:lnTo>
                  <a:lnTo>
                    <a:pt x="450914" y="1390081"/>
                  </a:lnTo>
                  <a:lnTo>
                    <a:pt x="409834" y="1371941"/>
                  </a:lnTo>
                  <a:lnTo>
                    <a:pt x="370142" y="1351367"/>
                  </a:lnTo>
                  <a:lnTo>
                    <a:pt x="331934" y="1328453"/>
                  </a:lnTo>
                  <a:lnTo>
                    <a:pt x="295305" y="1303294"/>
                  </a:lnTo>
                  <a:lnTo>
                    <a:pt x="260350" y="1275986"/>
                  </a:lnTo>
                  <a:lnTo>
                    <a:pt x="227164" y="1246623"/>
                  </a:lnTo>
                  <a:lnTo>
                    <a:pt x="195842" y="1215301"/>
                  </a:lnTo>
                  <a:lnTo>
                    <a:pt x="166479" y="1182115"/>
                  </a:lnTo>
                  <a:lnTo>
                    <a:pt x="139171" y="1147160"/>
                  </a:lnTo>
                  <a:lnTo>
                    <a:pt x="114012" y="1110531"/>
                  </a:lnTo>
                  <a:lnTo>
                    <a:pt x="91098" y="1072323"/>
                  </a:lnTo>
                  <a:lnTo>
                    <a:pt x="70524" y="1032631"/>
                  </a:lnTo>
                  <a:lnTo>
                    <a:pt x="52384" y="991551"/>
                  </a:lnTo>
                  <a:lnTo>
                    <a:pt x="36774" y="949177"/>
                  </a:lnTo>
                  <a:lnTo>
                    <a:pt x="23789" y="905605"/>
                  </a:lnTo>
                  <a:lnTo>
                    <a:pt x="13523" y="860929"/>
                  </a:lnTo>
                  <a:lnTo>
                    <a:pt x="6074" y="815245"/>
                  </a:lnTo>
                  <a:lnTo>
                    <a:pt x="1534" y="768648"/>
                  </a:lnTo>
                  <a:lnTo>
                    <a:pt x="0" y="721233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579364" y="1381252"/>
            <a:ext cx="788670" cy="537845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22860" marR="5080" indent="-10795" algn="just">
              <a:lnSpc>
                <a:spcPts val="1300"/>
              </a:lnSpc>
              <a:spcBef>
                <a:spcPts val="260"/>
              </a:spcBef>
            </a:pPr>
            <a:r>
              <a:rPr sz="120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User</a:t>
            </a:r>
            <a:r>
              <a:rPr sz="1200" spc="-6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should </a:t>
            </a:r>
            <a:r>
              <a:rPr sz="1200" spc="-29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navigate </a:t>
            </a:r>
            <a:r>
              <a:rPr sz="1200" spc="-1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on </a:t>
            </a:r>
            <a:r>
              <a:rPr sz="1200" spc="-28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main</a:t>
            </a:r>
            <a:r>
              <a:rPr sz="1200" spc="-3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page</a:t>
            </a:r>
            <a:endParaRPr sz="1200">
              <a:latin typeface="Franklin Gothic Medium"/>
              <a:cs typeface="Franklin Gothic Medium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088635" y="2388107"/>
            <a:ext cx="1666875" cy="1666875"/>
            <a:chOff x="5088635" y="2388107"/>
            <a:chExt cx="1666875" cy="1666875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88635" y="2388107"/>
              <a:ext cx="1666493" cy="166649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53989" y="2622041"/>
              <a:ext cx="1374647" cy="122529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148833" y="2428493"/>
              <a:ext cx="1546225" cy="1546225"/>
            </a:xfrm>
            <a:custGeom>
              <a:avLst/>
              <a:gdLst/>
              <a:ahLst/>
              <a:cxnLst/>
              <a:rect l="l" t="t" r="r" b="b"/>
              <a:pathLst>
                <a:path w="1546225" h="1546225">
                  <a:moveTo>
                    <a:pt x="773049" y="0"/>
                  </a:moveTo>
                  <a:lnTo>
                    <a:pt x="724156" y="1520"/>
                  </a:lnTo>
                  <a:lnTo>
                    <a:pt x="676073" y="6022"/>
                  </a:lnTo>
                  <a:lnTo>
                    <a:pt x="628888" y="13415"/>
                  </a:lnTo>
                  <a:lnTo>
                    <a:pt x="582693" y="23607"/>
                  </a:lnTo>
                  <a:lnTo>
                    <a:pt x="537579" y="36509"/>
                  </a:lnTo>
                  <a:lnTo>
                    <a:pt x="493635" y="52031"/>
                  </a:lnTo>
                  <a:lnTo>
                    <a:pt x="450952" y="70080"/>
                  </a:lnTo>
                  <a:lnTo>
                    <a:pt x="409621" y="90568"/>
                  </a:lnTo>
                  <a:lnTo>
                    <a:pt x="369732" y="113403"/>
                  </a:lnTo>
                  <a:lnTo>
                    <a:pt x="331376" y="138496"/>
                  </a:lnTo>
                  <a:lnTo>
                    <a:pt x="294643" y="165754"/>
                  </a:lnTo>
                  <a:lnTo>
                    <a:pt x="259624" y="195089"/>
                  </a:lnTo>
                  <a:lnTo>
                    <a:pt x="226409" y="226409"/>
                  </a:lnTo>
                  <a:lnTo>
                    <a:pt x="195089" y="259624"/>
                  </a:lnTo>
                  <a:lnTo>
                    <a:pt x="165754" y="294643"/>
                  </a:lnTo>
                  <a:lnTo>
                    <a:pt x="138496" y="331376"/>
                  </a:lnTo>
                  <a:lnTo>
                    <a:pt x="113403" y="369732"/>
                  </a:lnTo>
                  <a:lnTo>
                    <a:pt x="90568" y="409621"/>
                  </a:lnTo>
                  <a:lnTo>
                    <a:pt x="70080" y="450952"/>
                  </a:lnTo>
                  <a:lnTo>
                    <a:pt x="52031" y="493635"/>
                  </a:lnTo>
                  <a:lnTo>
                    <a:pt x="36509" y="537579"/>
                  </a:lnTo>
                  <a:lnTo>
                    <a:pt x="23607" y="582693"/>
                  </a:lnTo>
                  <a:lnTo>
                    <a:pt x="13415" y="628888"/>
                  </a:lnTo>
                  <a:lnTo>
                    <a:pt x="6022" y="676073"/>
                  </a:lnTo>
                  <a:lnTo>
                    <a:pt x="1520" y="724156"/>
                  </a:lnTo>
                  <a:lnTo>
                    <a:pt x="0" y="773049"/>
                  </a:lnTo>
                  <a:lnTo>
                    <a:pt x="1520" y="821941"/>
                  </a:lnTo>
                  <a:lnTo>
                    <a:pt x="6022" y="870024"/>
                  </a:lnTo>
                  <a:lnTo>
                    <a:pt x="13415" y="917209"/>
                  </a:lnTo>
                  <a:lnTo>
                    <a:pt x="23607" y="963404"/>
                  </a:lnTo>
                  <a:lnTo>
                    <a:pt x="36509" y="1008518"/>
                  </a:lnTo>
                  <a:lnTo>
                    <a:pt x="52031" y="1052462"/>
                  </a:lnTo>
                  <a:lnTo>
                    <a:pt x="70080" y="1095145"/>
                  </a:lnTo>
                  <a:lnTo>
                    <a:pt x="90568" y="1136476"/>
                  </a:lnTo>
                  <a:lnTo>
                    <a:pt x="113403" y="1176365"/>
                  </a:lnTo>
                  <a:lnTo>
                    <a:pt x="138496" y="1214721"/>
                  </a:lnTo>
                  <a:lnTo>
                    <a:pt x="165754" y="1251454"/>
                  </a:lnTo>
                  <a:lnTo>
                    <a:pt x="195089" y="1286473"/>
                  </a:lnTo>
                  <a:lnTo>
                    <a:pt x="226409" y="1319688"/>
                  </a:lnTo>
                  <a:lnTo>
                    <a:pt x="259624" y="1351008"/>
                  </a:lnTo>
                  <a:lnTo>
                    <a:pt x="294643" y="1380343"/>
                  </a:lnTo>
                  <a:lnTo>
                    <a:pt x="331376" y="1407601"/>
                  </a:lnTo>
                  <a:lnTo>
                    <a:pt x="369732" y="1432694"/>
                  </a:lnTo>
                  <a:lnTo>
                    <a:pt x="409621" y="1455529"/>
                  </a:lnTo>
                  <a:lnTo>
                    <a:pt x="450952" y="1476017"/>
                  </a:lnTo>
                  <a:lnTo>
                    <a:pt x="493635" y="1494066"/>
                  </a:lnTo>
                  <a:lnTo>
                    <a:pt x="537579" y="1509588"/>
                  </a:lnTo>
                  <a:lnTo>
                    <a:pt x="582693" y="1522490"/>
                  </a:lnTo>
                  <a:lnTo>
                    <a:pt x="628888" y="1532682"/>
                  </a:lnTo>
                  <a:lnTo>
                    <a:pt x="676073" y="1540075"/>
                  </a:lnTo>
                  <a:lnTo>
                    <a:pt x="724156" y="1544577"/>
                  </a:lnTo>
                  <a:lnTo>
                    <a:pt x="773049" y="1546098"/>
                  </a:lnTo>
                  <a:lnTo>
                    <a:pt x="821941" y="1544577"/>
                  </a:lnTo>
                  <a:lnTo>
                    <a:pt x="870024" y="1540075"/>
                  </a:lnTo>
                  <a:lnTo>
                    <a:pt x="917209" y="1532682"/>
                  </a:lnTo>
                  <a:lnTo>
                    <a:pt x="963404" y="1522490"/>
                  </a:lnTo>
                  <a:lnTo>
                    <a:pt x="1008518" y="1509588"/>
                  </a:lnTo>
                  <a:lnTo>
                    <a:pt x="1052462" y="1494066"/>
                  </a:lnTo>
                  <a:lnTo>
                    <a:pt x="1095145" y="1476017"/>
                  </a:lnTo>
                  <a:lnTo>
                    <a:pt x="1136476" y="1455529"/>
                  </a:lnTo>
                  <a:lnTo>
                    <a:pt x="1176365" y="1432694"/>
                  </a:lnTo>
                  <a:lnTo>
                    <a:pt x="1214721" y="1407601"/>
                  </a:lnTo>
                  <a:lnTo>
                    <a:pt x="1251454" y="1380343"/>
                  </a:lnTo>
                  <a:lnTo>
                    <a:pt x="1286473" y="1351008"/>
                  </a:lnTo>
                  <a:lnTo>
                    <a:pt x="1319688" y="1319688"/>
                  </a:lnTo>
                  <a:lnTo>
                    <a:pt x="1351008" y="1286473"/>
                  </a:lnTo>
                  <a:lnTo>
                    <a:pt x="1380343" y="1251454"/>
                  </a:lnTo>
                  <a:lnTo>
                    <a:pt x="1407601" y="1214721"/>
                  </a:lnTo>
                  <a:lnTo>
                    <a:pt x="1432694" y="1176365"/>
                  </a:lnTo>
                  <a:lnTo>
                    <a:pt x="1455529" y="1136476"/>
                  </a:lnTo>
                  <a:lnTo>
                    <a:pt x="1476017" y="1095145"/>
                  </a:lnTo>
                  <a:lnTo>
                    <a:pt x="1494066" y="1052462"/>
                  </a:lnTo>
                  <a:lnTo>
                    <a:pt x="1509588" y="1008518"/>
                  </a:lnTo>
                  <a:lnTo>
                    <a:pt x="1522490" y="963404"/>
                  </a:lnTo>
                  <a:lnTo>
                    <a:pt x="1532682" y="917209"/>
                  </a:lnTo>
                  <a:lnTo>
                    <a:pt x="1540075" y="870024"/>
                  </a:lnTo>
                  <a:lnTo>
                    <a:pt x="1544577" y="821941"/>
                  </a:lnTo>
                  <a:lnTo>
                    <a:pt x="1546098" y="773049"/>
                  </a:lnTo>
                  <a:lnTo>
                    <a:pt x="1544577" y="724156"/>
                  </a:lnTo>
                  <a:lnTo>
                    <a:pt x="1540075" y="676073"/>
                  </a:lnTo>
                  <a:lnTo>
                    <a:pt x="1532682" y="628888"/>
                  </a:lnTo>
                  <a:lnTo>
                    <a:pt x="1522490" y="582693"/>
                  </a:lnTo>
                  <a:lnTo>
                    <a:pt x="1509588" y="537579"/>
                  </a:lnTo>
                  <a:lnTo>
                    <a:pt x="1494066" y="493635"/>
                  </a:lnTo>
                  <a:lnTo>
                    <a:pt x="1476017" y="450952"/>
                  </a:lnTo>
                  <a:lnTo>
                    <a:pt x="1455529" y="409621"/>
                  </a:lnTo>
                  <a:lnTo>
                    <a:pt x="1432694" y="369732"/>
                  </a:lnTo>
                  <a:lnTo>
                    <a:pt x="1407601" y="331376"/>
                  </a:lnTo>
                  <a:lnTo>
                    <a:pt x="1380343" y="294643"/>
                  </a:lnTo>
                  <a:lnTo>
                    <a:pt x="1351008" y="259624"/>
                  </a:lnTo>
                  <a:lnTo>
                    <a:pt x="1319688" y="226409"/>
                  </a:lnTo>
                  <a:lnTo>
                    <a:pt x="1286473" y="195089"/>
                  </a:lnTo>
                  <a:lnTo>
                    <a:pt x="1251454" y="165754"/>
                  </a:lnTo>
                  <a:lnTo>
                    <a:pt x="1214721" y="138496"/>
                  </a:lnTo>
                  <a:lnTo>
                    <a:pt x="1176365" y="113403"/>
                  </a:lnTo>
                  <a:lnTo>
                    <a:pt x="1136476" y="90568"/>
                  </a:lnTo>
                  <a:lnTo>
                    <a:pt x="1095145" y="70080"/>
                  </a:lnTo>
                  <a:lnTo>
                    <a:pt x="1052462" y="52031"/>
                  </a:lnTo>
                  <a:lnTo>
                    <a:pt x="1008518" y="36509"/>
                  </a:lnTo>
                  <a:lnTo>
                    <a:pt x="963404" y="23607"/>
                  </a:lnTo>
                  <a:lnTo>
                    <a:pt x="917209" y="13415"/>
                  </a:lnTo>
                  <a:lnTo>
                    <a:pt x="870024" y="6022"/>
                  </a:lnTo>
                  <a:lnTo>
                    <a:pt x="821941" y="1520"/>
                  </a:lnTo>
                  <a:lnTo>
                    <a:pt x="773049" y="0"/>
                  </a:lnTo>
                  <a:close/>
                </a:path>
              </a:pathLst>
            </a:custGeom>
            <a:solidFill>
              <a:srgbClr val="D247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148833" y="2428493"/>
              <a:ext cx="1546225" cy="1546225"/>
            </a:xfrm>
            <a:custGeom>
              <a:avLst/>
              <a:gdLst/>
              <a:ahLst/>
              <a:cxnLst/>
              <a:rect l="l" t="t" r="r" b="b"/>
              <a:pathLst>
                <a:path w="1546225" h="1546225">
                  <a:moveTo>
                    <a:pt x="0" y="773049"/>
                  </a:moveTo>
                  <a:lnTo>
                    <a:pt x="1520" y="724156"/>
                  </a:lnTo>
                  <a:lnTo>
                    <a:pt x="6022" y="676073"/>
                  </a:lnTo>
                  <a:lnTo>
                    <a:pt x="13415" y="628888"/>
                  </a:lnTo>
                  <a:lnTo>
                    <a:pt x="23607" y="582693"/>
                  </a:lnTo>
                  <a:lnTo>
                    <a:pt x="36509" y="537579"/>
                  </a:lnTo>
                  <a:lnTo>
                    <a:pt x="52031" y="493635"/>
                  </a:lnTo>
                  <a:lnTo>
                    <a:pt x="70080" y="450952"/>
                  </a:lnTo>
                  <a:lnTo>
                    <a:pt x="90568" y="409621"/>
                  </a:lnTo>
                  <a:lnTo>
                    <a:pt x="113403" y="369732"/>
                  </a:lnTo>
                  <a:lnTo>
                    <a:pt x="138496" y="331376"/>
                  </a:lnTo>
                  <a:lnTo>
                    <a:pt x="165754" y="294643"/>
                  </a:lnTo>
                  <a:lnTo>
                    <a:pt x="195089" y="259624"/>
                  </a:lnTo>
                  <a:lnTo>
                    <a:pt x="226409" y="226409"/>
                  </a:lnTo>
                  <a:lnTo>
                    <a:pt x="259624" y="195089"/>
                  </a:lnTo>
                  <a:lnTo>
                    <a:pt x="294643" y="165754"/>
                  </a:lnTo>
                  <a:lnTo>
                    <a:pt x="331376" y="138496"/>
                  </a:lnTo>
                  <a:lnTo>
                    <a:pt x="369732" y="113403"/>
                  </a:lnTo>
                  <a:lnTo>
                    <a:pt x="409621" y="90568"/>
                  </a:lnTo>
                  <a:lnTo>
                    <a:pt x="450952" y="70080"/>
                  </a:lnTo>
                  <a:lnTo>
                    <a:pt x="493635" y="52031"/>
                  </a:lnTo>
                  <a:lnTo>
                    <a:pt x="537579" y="36509"/>
                  </a:lnTo>
                  <a:lnTo>
                    <a:pt x="582693" y="23607"/>
                  </a:lnTo>
                  <a:lnTo>
                    <a:pt x="628888" y="13415"/>
                  </a:lnTo>
                  <a:lnTo>
                    <a:pt x="676073" y="6022"/>
                  </a:lnTo>
                  <a:lnTo>
                    <a:pt x="724156" y="1520"/>
                  </a:lnTo>
                  <a:lnTo>
                    <a:pt x="773049" y="0"/>
                  </a:lnTo>
                  <a:lnTo>
                    <a:pt x="821941" y="1520"/>
                  </a:lnTo>
                  <a:lnTo>
                    <a:pt x="870024" y="6022"/>
                  </a:lnTo>
                  <a:lnTo>
                    <a:pt x="917209" y="13415"/>
                  </a:lnTo>
                  <a:lnTo>
                    <a:pt x="963404" y="23607"/>
                  </a:lnTo>
                  <a:lnTo>
                    <a:pt x="1008518" y="36509"/>
                  </a:lnTo>
                  <a:lnTo>
                    <a:pt x="1052462" y="52031"/>
                  </a:lnTo>
                  <a:lnTo>
                    <a:pt x="1095145" y="70080"/>
                  </a:lnTo>
                  <a:lnTo>
                    <a:pt x="1136476" y="90568"/>
                  </a:lnTo>
                  <a:lnTo>
                    <a:pt x="1176365" y="113403"/>
                  </a:lnTo>
                  <a:lnTo>
                    <a:pt x="1214721" y="138496"/>
                  </a:lnTo>
                  <a:lnTo>
                    <a:pt x="1251454" y="165754"/>
                  </a:lnTo>
                  <a:lnTo>
                    <a:pt x="1286473" y="195089"/>
                  </a:lnTo>
                  <a:lnTo>
                    <a:pt x="1319688" y="226409"/>
                  </a:lnTo>
                  <a:lnTo>
                    <a:pt x="1351008" y="259624"/>
                  </a:lnTo>
                  <a:lnTo>
                    <a:pt x="1380343" y="294643"/>
                  </a:lnTo>
                  <a:lnTo>
                    <a:pt x="1407601" y="331376"/>
                  </a:lnTo>
                  <a:lnTo>
                    <a:pt x="1432694" y="369732"/>
                  </a:lnTo>
                  <a:lnTo>
                    <a:pt x="1455529" y="409621"/>
                  </a:lnTo>
                  <a:lnTo>
                    <a:pt x="1476017" y="450952"/>
                  </a:lnTo>
                  <a:lnTo>
                    <a:pt x="1494066" y="493635"/>
                  </a:lnTo>
                  <a:lnTo>
                    <a:pt x="1509588" y="537579"/>
                  </a:lnTo>
                  <a:lnTo>
                    <a:pt x="1522490" y="582693"/>
                  </a:lnTo>
                  <a:lnTo>
                    <a:pt x="1532682" y="628888"/>
                  </a:lnTo>
                  <a:lnTo>
                    <a:pt x="1540075" y="676073"/>
                  </a:lnTo>
                  <a:lnTo>
                    <a:pt x="1544577" y="724156"/>
                  </a:lnTo>
                  <a:lnTo>
                    <a:pt x="1546098" y="773049"/>
                  </a:lnTo>
                  <a:lnTo>
                    <a:pt x="1544577" y="821941"/>
                  </a:lnTo>
                  <a:lnTo>
                    <a:pt x="1540075" y="870024"/>
                  </a:lnTo>
                  <a:lnTo>
                    <a:pt x="1532682" y="917209"/>
                  </a:lnTo>
                  <a:lnTo>
                    <a:pt x="1522490" y="963404"/>
                  </a:lnTo>
                  <a:lnTo>
                    <a:pt x="1509588" y="1008518"/>
                  </a:lnTo>
                  <a:lnTo>
                    <a:pt x="1494066" y="1052462"/>
                  </a:lnTo>
                  <a:lnTo>
                    <a:pt x="1476017" y="1095145"/>
                  </a:lnTo>
                  <a:lnTo>
                    <a:pt x="1455529" y="1136476"/>
                  </a:lnTo>
                  <a:lnTo>
                    <a:pt x="1432694" y="1176365"/>
                  </a:lnTo>
                  <a:lnTo>
                    <a:pt x="1407601" y="1214721"/>
                  </a:lnTo>
                  <a:lnTo>
                    <a:pt x="1380343" y="1251454"/>
                  </a:lnTo>
                  <a:lnTo>
                    <a:pt x="1351008" y="1286473"/>
                  </a:lnTo>
                  <a:lnTo>
                    <a:pt x="1319688" y="1319688"/>
                  </a:lnTo>
                  <a:lnTo>
                    <a:pt x="1286473" y="1351008"/>
                  </a:lnTo>
                  <a:lnTo>
                    <a:pt x="1251454" y="1380343"/>
                  </a:lnTo>
                  <a:lnTo>
                    <a:pt x="1214721" y="1407601"/>
                  </a:lnTo>
                  <a:lnTo>
                    <a:pt x="1176365" y="1432694"/>
                  </a:lnTo>
                  <a:lnTo>
                    <a:pt x="1136476" y="1455529"/>
                  </a:lnTo>
                  <a:lnTo>
                    <a:pt x="1095145" y="1476017"/>
                  </a:lnTo>
                  <a:lnTo>
                    <a:pt x="1052462" y="1494066"/>
                  </a:lnTo>
                  <a:lnTo>
                    <a:pt x="1008518" y="1509588"/>
                  </a:lnTo>
                  <a:lnTo>
                    <a:pt x="963404" y="1522490"/>
                  </a:lnTo>
                  <a:lnTo>
                    <a:pt x="917209" y="1532682"/>
                  </a:lnTo>
                  <a:lnTo>
                    <a:pt x="870024" y="1540075"/>
                  </a:lnTo>
                  <a:lnTo>
                    <a:pt x="821941" y="1544577"/>
                  </a:lnTo>
                  <a:lnTo>
                    <a:pt x="773049" y="1546098"/>
                  </a:lnTo>
                  <a:lnTo>
                    <a:pt x="724156" y="1544577"/>
                  </a:lnTo>
                  <a:lnTo>
                    <a:pt x="676073" y="1540075"/>
                  </a:lnTo>
                  <a:lnTo>
                    <a:pt x="628888" y="1532682"/>
                  </a:lnTo>
                  <a:lnTo>
                    <a:pt x="582693" y="1522490"/>
                  </a:lnTo>
                  <a:lnTo>
                    <a:pt x="537579" y="1509588"/>
                  </a:lnTo>
                  <a:lnTo>
                    <a:pt x="493635" y="1494066"/>
                  </a:lnTo>
                  <a:lnTo>
                    <a:pt x="450952" y="1476017"/>
                  </a:lnTo>
                  <a:lnTo>
                    <a:pt x="409621" y="1455529"/>
                  </a:lnTo>
                  <a:lnTo>
                    <a:pt x="369732" y="1432694"/>
                  </a:lnTo>
                  <a:lnTo>
                    <a:pt x="331376" y="1407601"/>
                  </a:lnTo>
                  <a:lnTo>
                    <a:pt x="294643" y="1380343"/>
                  </a:lnTo>
                  <a:lnTo>
                    <a:pt x="259624" y="1351008"/>
                  </a:lnTo>
                  <a:lnTo>
                    <a:pt x="226409" y="1319688"/>
                  </a:lnTo>
                  <a:lnTo>
                    <a:pt x="195089" y="1286473"/>
                  </a:lnTo>
                  <a:lnTo>
                    <a:pt x="165754" y="1251454"/>
                  </a:lnTo>
                  <a:lnTo>
                    <a:pt x="138496" y="1214721"/>
                  </a:lnTo>
                  <a:lnTo>
                    <a:pt x="113403" y="1176365"/>
                  </a:lnTo>
                  <a:lnTo>
                    <a:pt x="90568" y="1136476"/>
                  </a:lnTo>
                  <a:lnTo>
                    <a:pt x="70080" y="1095145"/>
                  </a:lnTo>
                  <a:lnTo>
                    <a:pt x="52031" y="1052462"/>
                  </a:lnTo>
                  <a:lnTo>
                    <a:pt x="36509" y="1008518"/>
                  </a:lnTo>
                  <a:lnTo>
                    <a:pt x="23607" y="963404"/>
                  </a:lnTo>
                  <a:lnTo>
                    <a:pt x="13415" y="917209"/>
                  </a:lnTo>
                  <a:lnTo>
                    <a:pt x="6022" y="870024"/>
                  </a:lnTo>
                  <a:lnTo>
                    <a:pt x="1520" y="821941"/>
                  </a:lnTo>
                  <a:lnTo>
                    <a:pt x="0" y="773049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374640" y="2672334"/>
            <a:ext cx="1096010" cy="103124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 algn="ctr">
              <a:lnSpc>
                <a:spcPts val="1300"/>
              </a:lnSpc>
              <a:spcBef>
                <a:spcPts val="260"/>
              </a:spcBef>
            </a:pPr>
            <a:r>
              <a:rPr sz="1200" spc="-2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Click </a:t>
            </a:r>
            <a:r>
              <a:rPr sz="1200" spc="-1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&lt;number&gt; </a:t>
            </a:r>
            <a:r>
              <a:rPr sz="1200" spc="-1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branches, </a:t>
            </a:r>
            <a:r>
              <a:rPr sz="1200" spc="-2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where </a:t>
            </a:r>
            <a:r>
              <a:rPr sz="1200" spc="-28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number </a:t>
            </a:r>
            <a:r>
              <a:rPr sz="1200" spc="-1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indicates</a:t>
            </a:r>
            <a:r>
              <a:rPr sz="120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the </a:t>
            </a:r>
            <a:r>
              <a:rPr sz="1200" spc="-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 current </a:t>
            </a:r>
            <a:r>
              <a:rPr sz="120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branches</a:t>
            </a:r>
            <a:endParaRPr sz="1200">
              <a:latin typeface="Franklin Gothic Medium"/>
              <a:cs typeface="Franklin Gothic Medium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146547" y="4439411"/>
            <a:ext cx="1666239" cy="1666875"/>
            <a:chOff x="5146547" y="4439411"/>
            <a:chExt cx="1666239" cy="1666875"/>
          </a:xfrm>
        </p:grpSpPr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46547" y="4439411"/>
              <a:ext cx="1665731" cy="166649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16473" y="4920995"/>
              <a:ext cx="1365503" cy="73152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206745" y="4479797"/>
              <a:ext cx="1545590" cy="1546225"/>
            </a:xfrm>
            <a:custGeom>
              <a:avLst/>
              <a:gdLst/>
              <a:ahLst/>
              <a:cxnLst/>
              <a:rect l="l" t="t" r="r" b="b"/>
              <a:pathLst>
                <a:path w="1545590" h="1546225">
                  <a:moveTo>
                    <a:pt x="772668" y="0"/>
                  </a:moveTo>
                  <a:lnTo>
                    <a:pt x="723804" y="1520"/>
                  </a:lnTo>
                  <a:lnTo>
                    <a:pt x="675748" y="6022"/>
                  </a:lnTo>
                  <a:lnTo>
                    <a:pt x="628590" y="13415"/>
                  </a:lnTo>
                  <a:lnTo>
                    <a:pt x="582421" y="23607"/>
                  </a:lnTo>
                  <a:lnTo>
                    <a:pt x="537330" y="36509"/>
                  </a:lnTo>
                  <a:lnTo>
                    <a:pt x="493409" y="52031"/>
                  </a:lnTo>
                  <a:lnTo>
                    <a:pt x="450748" y="70080"/>
                  </a:lnTo>
                  <a:lnTo>
                    <a:pt x="409438" y="90568"/>
                  </a:lnTo>
                  <a:lnTo>
                    <a:pt x="369569" y="113403"/>
                  </a:lnTo>
                  <a:lnTo>
                    <a:pt x="331231" y="138496"/>
                  </a:lnTo>
                  <a:lnTo>
                    <a:pt x="294516" y="165754"/>
                  </a:lnTo>
                  <a:lnTo>
                    <a:pt x="259513" y="195089"/>
                  </a:lnTo>
                  <a:lnTo>
                    <a:pt x="226314" y="226409"/>
                  </a:lnTo>
                  <a:lnTo>
                    <a:pt x="195008" y="259624"/>
                  </a:lnTo>
                  <a:lnTo>
                    <a:pt x="165686" y="294643"/>
                  </a:lnTo>
                  <a:lnTo>
                    <a:pt x="138439" y="331376"/>
                  </a:lnTo>
                  <a:lnTo>
                    <a:pt x="113358" y="369732"/>
                  </a:lnTo>
                  <a:lnTo>
                    <a:pt x="90532" y="409621"/>
                  </a:lnTo>
                  <a:lnTo>
                    <a:pt x="70053" y="450952"/>
                  </a:lnTo>
                  <a:lnTo>
                    <a:pt x="52010" y="493635"/>
                  </a:lnTo>
                  <a:lnTo>
                    <a:pt x="36495" y="537579"/>
                  </a:lnTo>
                  <a:lnTo>
                    <a:pt x="23598" y="582693"/>
                  </a:lnTo>
                  <a:lnTo>
                    <a:pt x="13410" y="628888"/>
                  </a:lnTo>
                  <a:lnTo>
                    <a:pt x="6020" y="676073"/>
                  </a:lnTo>
                  <a:lnTo>
                    <a:pt x="1520" y="724156"/>
                  </a:lnTo>
                  <a:lnTo>
                    <a:pt x="0" y="773048"/>
                  </a:lnTo>
                  <a:lnTo>
                    <a:pt x="1520" y="821938"/>
                  </a:lnTo>
                  <a:lnTo>
                    <a:pt x="6020" y="870019"/>
                  </a:lnTo>
                  <a:lnTo>
                    <a:pt x="13410" y="917202"/>
                  </a:lnTo>
                  <a:lnTo>
                    <a:pt x="23598" y="963395"/>
                  </a:lnTo>
                  <a:lnTo>
                    <a:pt x="36495" y="1008509"/>
                  </a:lnTo>
                  <a:lnTo>
                    <a:pt x="52010" y="1052452"/>
                  </a:lnTo>
                  <a:lnTo>
                    <a:pt x="70053" y="1095134"/>
                  </a:lnTo>
                  <a:lnTo>
                    <a:pt x="90532" y="1136465"/>
                  </a:lnTo>
                  <a:lnTo>
                    <a:pt x="113358" y="1176354"/>
                  </a:lnTo>
                  <a:lnTo>
                    <a:pt x="138439" y="1214710"/>
                  </a:lnTo>
                  <a:lnTo>
                    <a:pt x="165686" y="1251444"/>
                  </a:lnTo>
                  <a:lnTo>
                    <a:pt x="195008" y="1286463"/>
                  </a:lnTo>
                  <a:lnTo>
                    <a:pt x="226313" y="1319679"/>
                  </a:lnTo>
                  <a:lnTo>
                    <a:pt x="259513" y="1350999"/>
                  </a:lnTo>
                  <a:lnTo>
                    <a:pt x="294516" y="1380335"/>
                  </a:lnTo>
                  <a:lnTo>
                    <a:pt x="331231" y="1407594"/>
                  </a:lnTo>
                  <a:lnTo>
                    <a:pt x="369569" y="1432688"/>
                  </a:lnTo>
                  <a:lnTo>
                    <a:pt x="409438" y="1455524"/>
                  </a:lnTo>
                  <a:lnTo>
                    <a:pt x="450748" y="1476012"/>
                  </a:lnTo>
                  <a:lnTo>
                    <a:pt x="493409" y="1494063"/>
                  </a:lnTo>
                  <a:lnTo>
                    <a:pt x="537330" y="1509585"/>
                  </a:lnTo>
                  <a:lnTo>
                    <a:pt x="582421" y="1522488"/>
                  </a:lnTo>
                  <a:lnTo>
                    <a:pt x="628590" y="1532681"/>
                  </a:lnTo>
                  <a:lnTo>
                    <a:pt x="675748" y="1540074"/>
                  </a:lnTo>
                  <a:lnTo>
                    <a:pt x="723804" y="1544577"/>
                  </a:lnTo>
                  <a:lnTo>
                    <a:pt x="772668" y="1546097"/>
                  </a:lnTo>
                  <a:lnTo>
                    <a:pt x="821531" y="1544577"/>
                  </a:lnTo>
                  <a:lnTo>
                    <a:pt x="869587" y="1540074"/>
                  </a:lnTo>
                  <a:lnTo>
                    <a:pt x="916745" y="1532681"/>
                  </a:lnTo>
                  <a:lnTo>
                    <a:pt x="962914" y="1522488"/>
                  </a:lnTo>
                  <a:lnTo>
                    <a:pt x="1008005" y="1509585"/>
                  </a:lnTo>
                  <a:lnTo>
                    <a:pt x="1051926" y="1494063"/>
                  </a:lnTo>
                  <a:lnTo>
                    <a:pt x="1094587" y="1476012"/>
                  </a:lnTo>
                  <a:lnTo>
                    <a:pt x="1135897" y="1455524"/>
                  </a:lnTo>
                  <a:lnTo>
                    <a:pt x="1175766" y="1432688"/>
                  </a:lnTo>
                  <a:lnTo>
                    <a:pt x="1214104" y="1407594"/>
                  </a:lnTo>
                  <a:lnTo>
                    <a:pt x="1250819" y="1380335"/>
                  </a:lnTo>
                  <a:lnTo>
                    <a:pt x="1285822" y="1350999"/>
                  </a:lnTo>
                  <a:lnTo>
                    <a:pt x="1319022" y="1319679"/>
                  </a:lnTo>
                  <a:lnTo>
                    <a:pt x="1350327" y="1286463"/>
                  </a:lnTo>
                  <a:lnTo>
                    <a:pt x="1379649" y="1251444"/>
                  </a:lnTo>
                  <a:lnTo>
                    <a:pt x="1406896" y="1214710"/>
                  </a:lnTo>
                  <a:lnTo>
                    <a:pt x="1431977" y="1176354"/>
                  </a:lnTo>
                  <a:lnTo>
                    <a:pt x="1454803" y="1136465"/>
                  </a:lnTo>
                  <a:lnTo>
                    <a:pt x="1475282" y="1095134"/>
                  </a:lnTo>
                  <a:lnTo>
                    <a:pt x="1493325" y="1052452"/>
                  </a:lnTo>
                  <a:lnTo>
                    <a:pt x="1508840" y="1008509"/>
                  </a:lnTo>
                  <a:lnTo>
                    <a:pt x="1521737" y="963395"/>
                  </a:lnTo>
                  <a:lnTo>
                    <a:pt x="1531925" y="917202"/>
                  </a:lnTo>
                  <a:lnTo>
                    <a:pt x="1539315" y="870019"/>
                  </a:lnTo>
                  <a:lnTo>
                    <a:pt x="1543815" y="821938"/>
                  </a:lnTo>
                  <a:lnTo>
                    <a:pt x="1545336" y="773048"/>
                  </a:lnTo>
                  <a:lnTo>
                    <a:pt x="1543815" y="724156"/>
                  </a:lnTo>
                  <a:lnTo>
                    <a:pt x="1539315" y="676073"/>
                  </a:lnTo>
                  <a:lnTo>
                    <a:pt x="1531925" y="628888"/>
                  </a:lnTo>
                  <a:lnTo>
                    <a:pt x="1521737" y="582693"/>
                  </a:lnTo>
                  <a:lnTo>
                    <a:pt x="1508840" y="537579"/>
                  </a:lnTo>
                  <a:lnTo>
                    <a:pt x="1493325" y="493635"/>
                  </a:lnTo>
                  <a:lnTo>
                    <a:pt x="1475282" y="450952"/>
                  </a:lnTo>
                  <a:lnTo>
                    <a:pt x="1454803" y="409621"/>
                  </a:lnTo>
                  <a:lnTo>
                    <a:pt x="1431977" y="369732"/>
                  </a:lnTo>
                  <a:lnTo>
                    <a:pt x="1406896" y="331376"/>
                  </a:lnTo>
                  <a:lnTo>
                    <a:pt x="1379649" y="294643"/>
                  </a:lnTo>
                  <a:lnTo>
                    <a:pt x="1350327" y="259624"/>
                  </a:lnTo>
                  <a:lnTo>
                    <a:pt x="1319022" y="226409"/>
                  </a:lnTo>
                  <a:lnTo>
                    <a:pt x="1285822" y="195089"/>
                  </a:lnTo>
                  <a:lnTo>
                    <a:pt x="1250819" y="165754"/>
                  </a:lnTo>
                  <a:lnTo>
                    <a:pt x="1214104" y="138496"/>
                  </a:lnTo>
                  <a:lnTo>
                    <a:pt x="1175766" y="113403"/>
                  </a:lnTo>
                  <a:lnTo>
                    <a:pt x="1135897" y="90568"/>
                  </a:lnTo>
                  <a:lnTo>
                    <a:pt x="1094587" y="70080"/>
                  </a:lnTo>
                  <a:lnTo>
                    <a:pt x="1051926" y="52031"/>
                  </a:lnTo>
                  <a:lnTo>
                    <a:pt x="1008005" y="36509"/>
                  </a:lnTo>
                  <a:lnTo>
                    <a:pt x="962914" y="23607"/>
                  </a:lnTo>
                  <a:lnTo>
                    <a:pt x="916745" y="13415"/>
                  </a:lnTo>
                  <a:lnTo>
                    <a:pt x="869587" y="6022"/>
                  </a:lnTo>
                  <a:lnTo>
                    <a:pt x="821531" y="1520"/>
                  </a:lnTo>
                  <a:lnTo>
                    <a:pt x="772668" y="0"/>
                  </a:lnTo>
                  <a:close/>
                </a:path>
              </a:pathLst>
            </a:custGeom>
            <a:solidFill>
              <a:srgbClr val="D247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206745" y="4479797"/>
              <a:ext cx="1545590" cy="1546225"/>
            </a:xfrm>
            <a:custGeom>
              <a:avLst/>
              <a:gdLst/>
              <a:ahLst/>
              <a:cxnLst/>
              <a:rect l="l" t="t" r="r" b="b"/>
              <a:pathLst>
                <a:path w="1545590" h="1546225">
                  <a:moveTo>
                    <a:pt x="0" y="773048"/>
                  </a:moveTo>
                  <a:lnTo>
                    <a:pt x="1520" y="724156"/>
                  </a:lnTo>
                  <a:lnTo>
                    <a:pt x="6020" y="676073"/>
                  </a:lnTo>
                  <a:lnTo>
                    <a:pt x="13410" y="628888"/>
                  </a:lnTo>
                  <a:lnTo>
                    <a:pt x="23598" y="582693"/>
                  </a:lnTo>
                  <a:lnTo>
                    <a:pt x="36495" y="537579"/>
                  </a:lnTo>
                  <a:lnTo>
                    <a:pt x="52010" y="493635"/>
                  </a:lnTo>
                  <a:lnTo>
                    <a:pt x="70053" y="450952"/>
                  </a:lnTo>
                  <a:lnTo>
                    <a:pt x="90532" y="409621"/>
                  </a:lnTo>
                  <a:lnTo>
                    <a:pt x="113358" y="369732"/>
                  </a:lnTo>
                  <a:lnTo>
                    <a:pt x="138439" y="331376"/>
                  </a:lnTo>
                  <a:lnTo>
                    <a:pt x="165686" y="294643"/>
                  </a:lnTo>
                  <a:lnTo>
                    <a:pt x="195008" y="259624"/>
                  </a:lnTo>
                  <a:lnTo>
                    <a:pt x="226314" y="226409"/>
                  </a:lnTo>
                  <a:lnTo>
                    <a:pt x="259513" y="195089"/>
                  </a:lnTo>
                  <a:lnTo>
                    <a:pt x="294516" y="165754"/>
                  </a:lnTo>
                  <a:lnTo>
                    <a:pt x="331231" y="138496"/>
                  </a:lnTo>
                  <a:lnTo>
                    <a:pt x="369569" y="113403"/>
                  </a:lnTo>
                  <a:lnTo>
                    <a:pt x="409438" y="90568"/>
                  </a:lnTo>
                  <a:lnTo>
                    <a:pt x="450748" y="70080"/>
                  </a:lnTo>
                  <a:lnTo>
                    <a:pt x="493409" y="52031"/>
                  </a:lnTo>
                  <a:lnTo>
                    <a:pt x="537330" y="36509"/>
                  </a:lnTo>
                  <a:lnTo>
                    <a:pt x="582421" y="23607"/>
                  </a:lnTo>
                  <a:lnTo>
                    <a:pt x="628590" y="13415"/>
                  </a:lnTo>
                  <a:lnTo>
                    <a:pt x="675748" y="6022"/>
                  </a:lnTo>
                  <a:lnTo>
                    <a:pt x="723804" y="1520"/>
                  </a:lnTo>
                  <a:lnTo>
                    <a:pt x="772668" y="0"/>
                  </a:lnTo>
                  <a:lnTo>
                    <a:pt x="821531" y="1520"/>
                  </a:lnTo>
                  <a:lnTo>
                    <a:pt x="869587" y="6022"/>
                  </a:lnTo>
                  <a:lnTo>
                    <a:pt x="916745" y="13415"/>
                  </a:lnTo>
                  <a:lnTo>
                    <a:pt x="962914" y="23607"/>
                  </a:lnTo>
                  <a:lnTo>
                    <a:pt x="1008005" y="36509"/>
                  </a:lnTo>
                  <a:lnTo>
                    <a:pt x="1051926" y="52031"/>
                  </a:lnTo>
                  <a:lnTo>
                    <a:pt x="1094587" y="70080"/>
                  </a:lnTo>
                  <a:lnTo>
                    <a:pt x="1135897" y="90568"/>
                  </a:lnTo>
                  <a:lnTo>
                    <a:pt x="1175766" y="113403"/>
                  </a:lnTo>
                  <a:lnTo>
                    <a:pt x="1214104" y="138496"/>
                  </a:lnTo>
                  <a:lnTo>
                    <a:pt x="1250819" y="165754"/>
                  </a:lnTo>
                  <a:lnTo>
                    <a:pt x="1285822" y="195089"/>
                  </a:lnTo>
                  <a:lnTo>
                    <a:pt x="1319022" y="226409"/>
                  </a:lnTo>
                  <a:lnTo>
                    <a:pt x="1350327" y="259624"/>
                  </a:lnTo>
                  <a:lnTo>
                    <a:pt x="1379649" y="294643"/>
                  </a:lnTo>
                  <a:lnTo>
                    <a:pt x="1406896" y="331376"/>
                  </a:lnTo>
                  <a:lnTo>
                    <a:pt x="1431977" y="369732"/>
                  </a:lnTo>
                  <a:lnTo>
                    <a:pt x="1454803" y="409621"/>
                  </a:lnTo>
                  <a:lnTo>
                    <a:pt x="1475282" y="450952"/>
                  </a:lnTo>
                  <a:lnTo>
                    <a:pt x="1493325" y="493635"/>
                  </a:lnTo>
                  <a:lnTo>
                    <a:pt x="1508840" y="537579"/>
                  </a:lnTo>
                  <a:lnTo>
                    <a:pt x="1521737" y="582693"/>
                  </a:lnTo>
                  <a:lnTo>
                    <a:pt x="1531925" y="628888"/>
                  </a:lnTo>
                  <a:lnTo>
                    <a:pt x="1539315" y="676073"/>
                  </a:lnTo>
                  <a:lnTo>
                    <a:pt x="1543815" y="724156"/>
                  </a:lnTo>
                  <a:lnTo>
                    <a:pt x="1545336" y="773048"/>
                  </a:lnTo>
                  <a:lnTo>
                    <a:pt x="1543815" y="821938"/>
                  </a:lnTo>
                  <a:lnTo>
                    <a:pt x="1539315" y="870019"/>
                  </a:lnTo>
                  <a:lnTo>
                    <a:pt x="1531925" y="917202"/>
                  </a:lnTo>
                  <a:lnTo>
                    <a:pt x="1521737" y="963395"/>
                  </a:lnTo>
                  <a:lnTo>
                    <a:pt x="1508840" y="1008509"/>
                  </a:lnTo>
                  <a:lnTo>
                    <a:pt x="1493325" y="1052452"/>
                  </a:lnTo>
                  <a:lnTo>
                    <a:pt x="1475282" y="1095134"/>
                  </a:lnTo>
                  <a:lnTo>
                    <a:pt x="1454803" y="1136465"/>
                  </a:lnTo>
                  <a:lnTo>
                    <a:pt x="1431977" y="1176354"/>
                  </a:lnTo>
                  <a:lnTo>
                    <a:pt x="1406896" y="1214710"/>
                  </a:lnTo>
                  <a:lnTo>
                    <a:pt x="1379649" y="1251444"/>
                  </a:lnTo>
                  <a:lnTo>
                    <a:pt x="1350327" y="1286463"/>
                  </a:lnTo>
                  <a:lnTo>
                    <a:pt x="1319022" y="1319679"/>
                  </a:lnTo>
                  <a:lnTo>
                    <a:pt x="1285822" y="1350999"/>
                  </a:lnTo>
                  <a:lnTo>
                    <a:pt x="1250819" y="1380335"/>
                  </a:lnTo>
                  <a:lnTo>
                    <a:pt x="1214104" y="1407594"/>
                  </a:lnTo>
                  <a:lnTo>
                    <a:pt x="1175766" y="1432688"/>
                  </a:lnTo>
                  <a:lnTo>
                    <a:pt x="1135897" y="1455524"/>
                  </a:lnTo>
                  <a:lnTo>
                    <a:pt x="1094587" y="1476012"/>
                  </a:lnTo>
                  <a:lnTo>
                    <a:pt x="1051926" y="1494063"/>
                  </a:lnTo>
                  <a:lnTo>
                    <a:pt x="1008005" y="1509585"/>
                  </a:lnTo>
                  <a:lnTo>
                    <a:pt x="962914" y="1522488"/>
                  </a:lnTo>
                  <a:lnTo>
                    <a:pt x="916745" y="1532681"/>
                  </a:lnTo>
                  <a:lnTo>
                    <a:pt x="869587" y="1540074"/>
                  </a:lnTo>
                  <a:lnTo>
                    <a:pt x="821531" y="1544577"/>
                  </a:lnTo>
                  <a:lnTo>
                    <a:pt x="772668" y="1546097"/>
                  </a:lnTo>
                  <a:lnTo>
                    <a:pt x="723804" y="1544577"/>
                  </a:lnTo>
                  <a:lnTo>
                    <a:pt x="675748" y="1540074"/>
                  </a:lnTo>
                  <a:lnTo>
                    <a:pt x="628590" y="1532681"/>
                  </a:lnTo>
                  <a:lnTo>
                    <a:pt x="582421" y="1522488"/>
                  </a:lnTo>
                  <a:lnTo>
                    <a:pt x="537330" y="1509585"/>
                  </a:lnTo>
                  <a:lnTo>
                    <a:pt x="493409" y="1494063"/>
                  </a:lnTo>
                  <a:lnTo>
                    <a:pt x="450748" y="1476012"/>
                  </a:lnTo>
                  <a:lnTo>
                    <a:pt x="409438" y="1455524"/>
                  </a:lnTo>
                  <a:lnTo>
                    <a:pt x="369569" y="1432688"/>
                  </a:lnTo>
                  <a:lnTo>
                    <a:pt x="331231" y="1407594"/>
                  </a:lnTo>
                  <a:lnTo>
                    <a:pt x="294516" y="1380335"/>
                  </a:lnTo>
                  <a:lnTo>
                    <a:pt x="259513" y="1350999"/>
                  </a:lnTo>
                  <a:lnTo>
                    <a:pt x="226313" y="1319679"/>
                  </a:lnTo>
                  <a:lnTo>
                    <a:pt x="195008" y="1286463"/>
                  </a:lnTo>
                  <a:lnTo>
                    <a:pt x="165686" y="1251444"/>
                  </a:lnTo>
                  <a:lnTo>
                    <a:pt x="138439" y="1214710"/>
                  </a:lnTo>
                  <a:lnTo>
                    <a:pt x="113358" y="1176354"/>
                  </a:lnTo>
                  <a:lnTo>
                    <a:pt x="90532" y="1136465"/>
                  </a:lnTo>
                  <a:lnTo>
                    <a:pt x="70053" y="1095134"/>
                  </a:lnTo>
                  <a:lnTo>
                    <a:pt x="52010" y="1052452"/>
                  </a:lnTo>
                  <a:lnTo>
                    <a:pt x="36495" y="1008509"/>
                  </a:lnTo>
                  <a:lnTo>
                    <a:pt x="23598" y="963395"/>
                  </a:lnTo>
                  <a:lnTo>
                    <a:pt x="13410" y="917202"/>
                  </a:lnTo>
                  <a:lnTo>
                    <a:pt x="6020" y="870019"/>
                  </a:lnTo>
                  <a:lnTo>
                    <a:pt x="1520" y="821938"/>
                  </a:lnTo>
                  <a:lnTo>
                    <a:pt x="0" y="773048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436615" y="4971033"/>
            <a:ext cx="1087755" cy="537845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 marR="5080" indent="11430" algn="just">
              <a:lnSpc>
                <a:spcPts val="1300"/>
              </a:lnSpc>
              <a:spcBef>
                <a:spcPts val="259"/>
              </a:spcBef>
            </a:pPr>
            <a:r>
              <a:rPr sz="1200" spc="-1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Scroll </a:t>
            </a:r>
            <a:r>
              <a:rPr sz="1200" spc="-2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to </a:t>
            </a:r>
            <a:r>
              <a:rPr sz="1200" spc="-1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deleted </a:t>
            </a:r>
            <a:r>
              <a:rPr sz="1200" spc="-28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branch</a:t>
            </a:r>
            <a:r>
              <a:rPr sz="1200" spc="-1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and</a:t>
            </a:r>
            <a:r>
              <a:rPr sz="1200" spc="-3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click </a:t>
            </a:r>
            <a:r>
              <a:rPr sz="1200" spc="-29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Delete</a:t>
            </a:r>
            <a:r>
              <a:rPr sz="1200" spc="-1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symbol</a:t>
            </a:r>
            <a:endParaRPr sz="1200">
              <a:latin typeface="Franklin Gothic Medium"/>
              <a:cs typeface="Franklin Gothic Medium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45"/>
              </a:lnSpc>
            </a:pPr>
            <a:fld id="{81D60167-4931-47E6-BA6A-407CBD079E47}" type="slidenum">
              <a:rPr dirty="0"/>
              <a:t>12</a:t>
            </a:fld>
            <a:endParaRPr dirty="0"/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 dirty="0"/>
              <a:t>V  </a:t>
            </a:r>
            <a:r>
              <a:rPr spc="-105" dirty="0"/>
              <a:t> </a:t>
            </a:r>
            <a:r>
              <a:rPr dirty="0"/>
              <a:t>1</a:t>
            </a:r>
            <a:r>
              <a:rPr spc="-55" dirty="0"/>
              <a:t> </a:t>
            </a:r>
            <a:r>
              <a:rPr spc="10" dirty="0"/>
              <a:t>.</a:t>
            </a:r>
            <a:r>
              <a:rPr spc="-55" dirty="0"/>
              <a:t> </a:t>
            </a:r>
            <a:r>
              <a:rPr dirty="0"/>
              <a:t>0  </a:t>
            </a:r>
            <a:r>
              <a:rPr spc="-105" dirty="0"/>
              <a:t> </a:t>
            </a:r>
            <a:r>
              <a:rPr dirty="0"/>
              <a:t>©  </a:t>
            </a:r>
            <a:r>
              <a:rPr spc="-105" dirty="0"/>
              <a:t> </a:t>
            </a:r>
            <a:r>
              <a:rPr spc="-70" dirty="0"/>
              <a:t>A</a:t>
            </a:r>
            <a:r>
              <a:rPr spc="-60" dirty="0"/>
              <a:t> </a:t>
            </a:r>
            <a:r>
              <a:rPr spc="-40" dirty="0"/>
              <a:t>P</a:t>
            </a:r>
            <a:r>
              <a:rPr spc="-60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dirty="0"/>
              <a:t>C</a:t>
            </a:r>
            <a:r>
              <a:rPr spc="-55" dirty="0"/>
              <a:t> </a:t>
            </a:r>
            <a:r>
              <a:rPr dirty="0"/>
              <a:t>H  </a:t>
            </a:r>
            <a:r>
              <a:rPr spc="-95" dirty="0"/>
              <a:t> </a:t>
            </a:r>
            <a:r>
              <a:rPr spc="-10" dirty="0"/>
              <a:t>L</a:t>
            </a:r>
            <a:r>
              <a:rPr spc="-55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spc="10" dirty="0"/>
              <a:t>M</a:t>
            </a:r>
            <a:r>
              <a:rPr spc="-60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spc="-10" dirty="0"/>
              <a:t>D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678939" y="4667250"/>
            <a:ext cx="238823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416050" algn="l"/>
              </a:tabLst>
            </a:pPr>
            <a:r>
              <a:rPr sz="2400" b="1" spc="-5" dirty="0">
                <a:latin typeface="Comic Sans MS"/>
                <a:cs typeface="Comic Sans MS"/>
              </a:rPr>
              <a:t>Step</a:t>
            </a:r>
            <a:r>
              <a:rPr sz="2400" b="1" dirty="0">
                <a:latin typeface="Comic Sans MS"/>
                <a:cs typeface="Comic Sans MS"/>
              </a:rPr>
              <a:t>s</a:t>
            </a:r>
            <a:r>
              <a:rPr sz="2400" b="1" spc="-10" dirty="0">
                <a:latin typeface="Comic Sans MS"/>
                <a:cs typeface="Comic Sans MS"/>
              </a:rPr>
              <a:t> </a:t>
            </a:r>
            <a:r>
              <a:rPr sz="2400" b="1" spc="-5" dirty="0">
                <a:latin typeface="Comic Sans MS"/>
                <a:cs typeface="Comic Sans MS"/>
              </a:rPr>
              <a:t>t</a:t>
            </a:r>
            <a:r>
              <a:rPr sz="2400" b="1" dirty="0">
                <a:latin typeface="Comic Sans MS"/>
                <a:cs typeface="Comic Sans MS"/>
              </a:rPr>
              <a:t>o	De</a:t>
            </a:r>
            <a:r>
              <a:rPr sz="2400" b="1" spc="5" dirty="0">
                <a:latin typeface="Comic Sans MS"/>
                <a:cs typeface="Comic Sans MS"/>
              </a:rPr>
              <a:t>l</a:t>
            </a:r>
            <a:r>
              <a:rPr sz="2400" b="1" spc="-5" dirty="0">
                <a:latin typeface="Comic Sans MS"/>
                <a:cs typeface="Comic Sans MS"/>
              </a:rPr>
              <a:t>ete  repository</a:t>
            </a:r>
            <a:endParaRPr sz="24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397255"/>
            <a:ext cx="467804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COMMITTING</a:t>
            </a:r>
            <a:r>
              <a:rPr spc="-50" dirty="0"/>
              <a:t> </a:t>
            </a:r>
            <a:r>
              <a:rPr spc="-5" dirty="0"/>
              <a:t>IN</a:t>
            </a:r>
            <a:r>
              <a:rPr spc="-45" dirty="0"/>
              <a:t> </a:t>
            </a:r>
            <a:r>
              <a:rPr dirty="0"/>
              <a:t>GITHUB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1219200"/>
            <a:ext cx="2743200" cy="19812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14700" y="1014983"/>
            <a:ext cx="5326380" cy="233781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7200" y="3453384"/>
            <a:ext cx="6858000" cy="30099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45"/>
              </a:lnSpc>
            </a:pPr>
            <a:fld id="{81D60167-4931-47E6-BA6A-407CBD079E47}" type="slidenum">
              <a:rPr dirty="0"/>
              <a:t>13</a:t>
            </a:fld>
            <a:endParaRPr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 dirty="0"/>
              <a:t>V  </a:t>
            </a:r>
            <a:r>
              <a:rPr spc="-105" dirty="0"/>
              <a:t> </a:t>
            </a:r>
            <a:r>
              <a:rPr dirty="0"/>
              <a:t>1</a:t>
            </a:r>
            <a:r>
              <a:rPr spc="-55" dirty="0"/>
              <a:t> </a:t>
            </a:r>
            <a:r>
              <a:rPr spc="10" dirty="0"/>
              <a:t>.</a:t>
            </a:r>
            <a:r>
              <a:rPr spc="-55" dirty="0"/>
              <a:t> </a:t>
            </a:r>
            <a:r>
              <a:rPr dirty="0"/>
              <a:t>0  </a:t>
            </a:r>
            <a:r>
              <a:rPr spc="-105" dirty="0"/>
              <a:t> </a:t>
            </a:r>
            <a:r>
              <a:rPr dirty="0"/>
              <a:t>©  </a:t>
            </a:r>
            <a:r>
              <a:rPr spc="-105" dirty="0"/>
              <a:t> </a:t>
            </a:r>
            <a:r>
              <a:rPr spc="-70" dirty="0"/>
              <a:t>A</a:t>
            </a:r>
            <a:r>
              <a:rPr spc="-60" dirty="0"/>
              <a:t> </a:t>
            </a:r>
            <a:r>
              <a:rPr spc="-40" dirty="0"/>
              <a:t>P</a:t>
            </a:r>
            <a:r>
              <a:rPr spc="-60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dirty="0"/>
              <a:t>C</a:t>
            </a:r>
            <a:r>
              <a:rPr spc="-55" dirty="0"/>
              <a:t> </a:t>
            </a:r>
            <a:r>
              <a:rPr dirty="0"/>
              <a:t>H  </a:t>
            </a:r>
            <a:r>
              <a:rPr spc="-95" dirty="0"/>
              <a:t> </a:t>
            </a:r>
            <a:r>
              <a:rPr spc="-10" dirty="0"/>
              <a:t>L</a:t>
            </a:r>
            <a:r>
              <a:rPr spc="-55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spc="10" dirty="0"/>
              <a:t>M</a:t>
            </a:r>
            <a:r>
              <a:rPr spc="-60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spc="-10" dirty="0"/>
              <a:t>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359155"/>
            <a:ext cx="187198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SUMMARY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45"/>
              </a:lnSpc>
            </a:pPr>
            <a:fld id="{81D60167-4931-47E6-BA6A-407CBD079E47}" type="slidenum">
              <a:rPr dirty="0"/>
              <a:t>14</a:t>
            </a:fld>
            <a:endParaRPr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 dirty="0"/>
              <a:t>V  </a:t>
            </a:r>
            <a:r>
              <a:rPr spc="-105" dirty="0"/>
              <a:t> </a:t>
            </a:r>
            <a:r>
              <a:rPr dirty="0"/>
              <a:t>1</a:t>
            </a:r>
            <a:r>
              <a:rPr spc="-55" dirty="0"/>
              <a:t> </a:t>
            </a:r>
            <a:r>
              <a:rPr spc="10" dirty="0"/>
              <a:t>.</a:t>
            </a:r>
            <a:r>
              <a:rPr spc="-55" dirty="0"/>
              <a:t> </a:t>
            </a:r>
            <a:r>
              <a:rPr dirty="0"/>
              <a:t>0  </a:t>
            </a:r>
            <a:r>
              <a:rPr spc="-105" dirty="0"/>
              <a:t> </a:t>
            </a:r>
            <a:r>
              <a:rPr dirty="0"/>
              <a:t>©  </a:t>
            </a:r>
            <a:r>
              <a:rPr spc="-105" dirty="0"/>
              <a:t> </a:t>
            </a:r>
            <a:r>
              <a:rPr spc="-70" dirty="0"/>
              <a:t>A</a:t>
            </a:r>
            <a:r>
              <a:rPr spc="-60" dirty="0"/>
              <a:t> </a:t>
            </a:r>
            <a:r>
              <a:rPr spc="-40" dirty="0"/>
              <a:t>P</a:t>
            </a:r>
            <a:r>
              <a:rPr spc="-60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dirty="0"/>
              <a:t>C</a:t>
            </a:r>
            <a:r>
              <a:rPr spc="-55" dirty="0"/>
              <a:t> </a:t>
            </a:r>
            <a:r>
              <a:rPr dirty="0"/>
              <a:t>H  </a:t>
            </a:r>
            <a:r>
              <a:rPr spc="-95" dirty="0"/>
              <a:t> </a:t>
            </a:r>
            <a:r>
              <a:rPr spc="-10" dirty="0"/>
              <a:t>L</a:t>
            </a:r>
            <a:r>
              <a:rPr spc="-55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spc="10" dirty="0"/>
              <a:t>M</a:t>
            </a:r>
            <a:r>
              <a:rPr spc="-60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spc="-10" dirty="0"/>
              <a:t>D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654685" indent="-3429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pc="-5" dirty="0"/>
              <a:t>GitHub</a:t>
            </a:r>
            <a:r>
              <a:rPr spc="5" dirty="0"/>
              <a:t> </a:t>
            </a:r>
            <a:r>
              <a:rPr spc="-5" dirty="0"/>
              <a:t>is</a:t>
            </a:r>
            <a:r>
              <a:rPr dirty="0"/>
              <a:t> </a:t>
            </a:r>
            <a:r>
              <a:rPr spc="-5" dirty="0"/>
              <a:t>a</a:t>
            </a:r>
            <a:r>
              <a:rPr dirty="0"/>
              <a:t> </a:t>
            </a:r>
            <a:r>
              <a:rPr spc="-5" dirty="0"/>
              <a:t>platform</a:t>
            </a:r>
            <a:r>
              <a:rPr spc="20" dirty="0"/>
              <a:t> </a:t>
            </a:r>
            <a:r>
              <a:rPr spc="-5" dirty="0"/>
              <a:t>for developers</a:t>
            </a:r>
            <a:r>
              <a:rPr spc="30" dirty="0"/>
              <a:t> </a:t>
            </a:r>
            <a:r>
              <a:rPr spc="-5" dirty="0"/>
              <a:t>to work</a:t>
            </a:r>
            <a:r>
              <a:rPr dirty="0"/>
              <a:t> </a:t>
            </a:r>
            <a:r>
              <a:rPr spc="-10" dirty="0"/>
              <a:t>together</a:t>
            </a:r>
            <a:r>
              <a:rPr spc="-5" dirty="0"/>
              <a:t> and </a:t>
            </a:r>
            <a:r>
              <a:rPr spc="-585" dirty="0"/>
              <a:t> </a:t>
            </a:r>
            <a:r>
              <a:rPr spc="-5" dirty="0"/>
              <a:t>create</a:t>
            </a:r>
            <a:r>
              <a:rPr spc="5" dirty="0"/>
              <a:t> </a:t>
            </a:r>
            <a:r>
              <a:rPr spc="-5" dirty="0"/>
              <a:t>collaborative</a:t>
            </a:r>
            <a:r>
              <a:rPr spc="25" dirty="0"/>
              <a:t> </a:t>
            </a:r>
            <a:r>
              <a:rPr spc="-5" dirty="0"/>
              <a:t>code</a:t>
            </a:r>
          </a:p>
          <a:p>
            <a:pPr>
              <a:lnSpc>
                <a:spcPct val="100000"/>
              </a:lnSpc>
              <a:spcBef>
                <a:spcPts val="45"/>
              </a:spcBef>
              <a:buFont typeface="Arial MT"/>
              <a:buChar char="•"/>
            </a:pPr>
            <a:endParaRPr sz="2150"/>
          </a:p>
          <a:p>
            <a:pPr marL="355600" marR="508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pc="-5" dirty="0"/>
              <a:t>GitHub</a:t>
            </a:r>
            <a:r>
              <a:rPr spc="10" dirty="0"/>
              <a:t> </a:t>
            </a:r>
            <a:r>
              <a:rPr spc="-10" dirty="0"/>
              <a:t>repositories</a:t>
            </a:r>
            <a:r>
              <a:rPr spc="40" dirty="0"/>
              <a:t> </a:t>
            </a:r>
            <a:r>
              <a:rPr spc="-5" dirty="0"/>
              <a:t>enables</a:t>
            </a:r>
            <a:r>
              <a:rPr spc="30" dirty="0"/>
              <a:t> </a:t>
            </a:r>
            <a:r>
              <a:rPr spc="-5" dirty="0"/>
              <a:t>users</a:t>
            </a:r>
            <a:r>
              <a:rPr spc="20" dirty="0"/>
              <a:t> </a:t>
            </a:r>
            <a:r>
              <a:rPr spc="-5" dirty="0"/>
              <a:t>to</a:t>
            </a:r>
            <a:r>
              <a:rPr dirty="0"/>
              <a:t> </a:t>
            </a:r>
            <a:r>
              <a:rPr spc="-5" dirty="0"/>
              <a:t>implement</a:t>
            </a:r>
            <a:r>
              <a:rPr spc="30" dirty="0"/>
              <a:t> </a:t>
            </a:r>
            <a:r>
              <a:rPr spc="-10" dirty="0"/>
              <a:t>version</a:t>
            </a:r>
            <a:r>
              <a:rPr spc="25" dirty="0"/>
              <a:t> </a:t>
            </a:r>
            <a:r>
              <a:rPr spc="-5" dirty="0"/>
              <a:t>control </a:t>
            </a:r>
            <a:r>
              <a:rPr spc="-580" dirty="0"/>
              <a:t> </a:t>
            </a:r>
            <a:r>
              <a:rPr spc="-5" dirty="0"/>
              <a:t>for</a:t>
            </a:r>
            <a:r>
              <a:rPr spc="-10" dirty="0"/>
              <a:t> </a:t>
            </a:r>
            <a:r>
              <a:rPr spc="-5" dirty="0"/>
              <a:t>projects</a:t>
            </a:r>
          </a:p>
          <a:p>
            <a:pPr>
              <a:lnSpc>
                <a:spcPct val="100000"/>
              </a:lnSpc>
              <a:spcBef>
                <a:spcPts val="45"/>
              </a:spcBef>
              <a:buFont typeface="Arial MT"/>
              <a:buChar char="•"/>
            </a:pPr>
            <a:endParaRPr sz="2150"/>
          </a:p>
          <a:p>
            <a:pPr marL="355600" marR="926465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pc="-10" dirty="0"/>
              <a:t>Branches</a:t>
            </a:r>
            <a:r>
              <a:rPr spc="20" dirty="0"/>
              <a:t> </a:t>
            </a:r>
            <a:r>
              <a:rPr spc="-5" dirty="0"/>
              <a:t>allows</a:t>
            </a:r>
            <a:r>
              <a:rPr spc="15" dirty="0"/>
              <a:t> </a:t>
            </a:r>
            <a:r>
              <a:rPr spc="-5" dirty="0"/>
              <a:t>users</a:t>
            </a:r>
            <a:r>
              <a:rPr spc="5" dirty="0"/>
              <a:t> </a:t>
            </a:r>
            <a:r>
              <a:rPr spc="-5" dirty="0"/>
              <a:t>to</a:t>
            </a:r>
            <a:r>
              <a:rPr dirty="0"/>
              <a:t> </a:t>
            </a:r>
            <a:r>
              <a:rPr spc="-5" dirty="0"/>
              <a:t>create</a:t>
            </a:r>
            <a:r>
              <a:rPr spc="15" dirty="0"/>
              <a:t> </a:t>
            </a:r>
            <a:r>
              <a:rPr spc="-10" dirty="0"/>
              <a:t>features,</a:t>
            </a:r>
            <a:r>
              <a:rPr spc="15" dirty="0"/>
              <a:t> </a:t>
            </a:r>
            <a:r>
              <a:rPr spc="-5" dirty="0"/>
              <a:t>fix issues,</a:t>
            </a:r>
            <a:r>
              <a:rPr spc="15" dirty="0"/>
              <a:t> </a:t>
            </a:r>
            <a:r>
              <a:rPr spc="-5" dirty="0"/>
              <a:t>or </a:t>
            </a:r>
            <a:r>
              <a:rPr spc="-585" dirty="0"/>
              <a:t> </a:t>
            </a:r>
            <a:r>
              <a:rPr spc="-5" dirty="0"/>
              <a:t>explore</a:t>
            </a:r>
            <a:r>
              <a:rPr spc="15" dirty="0"/>
              <a:t> </a:t>
            </a:r>
            <a:r>
              <a:rPr spc="-10" dirty="0"/>
              <a:t>within</a:t>
            </a:r>
            <a:r>
              <a:rPr spc="-5" dirty="0"/>
              <a:t> the </a:t>
            </a:r>
            <a:r>
              <a:rPr spc="-10" dirty="0"/>
              <a:t>repository</a:t>
            </a:r>
          </a:p>
          <a:p>
            <a:pPr>
              <a:lnSpc>
                <a:spcPct val="100000"/>
              </a:lnSpc>
              <a:spcBef>
                <a:spcPts val="40"/>
              </a:spcBef>
              <a:buFont typeface="Arial MT"/>
              <a:buChar char="•"/>
            </a:pPr>
            <a:endParaRPr sz="2150"/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pc="-5" dirty="0"/>
              <a:t>Commit</a:t>
            </a:r>
            <a:r>
              <a:rPr spc="-10" dirty="0"/>
              <a:t> </a:t>
            </a:r>
            <a:r>
              <a:rPr spc="-5" dirty="0"/>
              <a:t>enables</a:t>
            </a:r>
            <a:r>
              <a:rPr spc="25" dirty="0"/>
              <a:t> </a:t>
            </a:r>
            <a:r>
              <a:rPr spc="-5" dirty="0"/>
              <a:t>to save</a:t>
            </a:r>
            <a:r>
              <a:rPr spc="15" dirty="0"/>
              <a:t> </a:t>
            </a:r>
            <a:r>
              <a:rPr spc="-5" dirty="0"/>
              <a:t>changes</a:t>
            </a:r>
            <a:r>
              <a:rPr spc="10" dirty="0"/>
              <a:t> </a:t>
            </a:r>
            <a:r>
              <a:rPr spc="-5" dirty="0"/>
              <a:t>to</a:t>
            </a:r>
            <a:r>
              <a:rPr spc="-10" dirty="0"/>
              <a:t> </a:t>
            </a:r>
            <a:r>
              <a:rPr spc="-5" dirty="0"/>
              <a:t>the</a:t>
            </a:r>
            <a:r>
              <a:rPr spc="-10" dirty="0"/>
              <a:t> repository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600</Words>
  <Application>Microsoft Office PowerPoint</Application>
  <PresentationFormat>On-screen Show (4:3)</PresentationFormat>
  <Paragraphs>92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 MT</vt:lpstr>
      <vt:lpstr>Calibri</vt:lpstr>
      <vt:lpstr>Comic Sans MS</vt:lpstr>
      <vt:lpstr>Franklin Gothic Medium</vt:lpstr>
      <vt:lpstr>Wingdings</vt:lpstr>
      <vt:lpstr>Office Theme</vt:lpstr>
      <vt:lpstr>PowerPoint Presentation</vt:lpstr>
      <vt:lpstr>OBJECTIVES</vt:lpstr>
      <vt:lpstr>INTRODUCTION TO GITHUB 1-2</vt:lpstr>
      <vt:lpstr>INTRODUCTION TO GITHUB 2-2</vt:lpstr>
      <vt:lpstr>GITHUB WEB INTERFACE 1-2</vt:lpstr>
      <vt:lpstr>GITHUB WEB INTERFACE 2-2</vt:lpstr>
      <vt:lpstr>INSTALLING GITHUB DESKTOP</vt:lpstr>
      <vt:lpstr>GITHUB BASICS</vt:lpstr>
      <vt:lpstr>CREATING A REPOSITORY IN GITHUB</vt:lpstr>
      <vt:lpstr>BRANCHING IN GITHUB</vt:lpstr>
      <vt:lpstr>VIEWING AND DELETING BRANCHES 1-2</vt:lpstr>
      <vt:lpstr>VIEWING AND DELETING BRANCHES 2-2</vt:lpstr>
      <vt:lpstr>COMMITTING IN GITHUB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Fariha Shafiq</cp:lastModifiedBy>
  <cp:revision>1</cp:revision>
  <dcterms:created xsi:type="dcterms:W3CDTF">2023-08-18T04:00:25Z</dcterms:created>
  <dcterms:modified xsi:type="dcterms:W3CDTF">2025-10-21T09:08:24Z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2023-08-18T00:00:00Z</vt:filetime>
  </property>
</Properties>
</file>