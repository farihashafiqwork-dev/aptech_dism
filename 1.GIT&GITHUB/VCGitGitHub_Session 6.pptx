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2286" y="6629398"/>
            <a:ext cx="9146540" cy="228600"/>
          </a:xfrm>
          <a:custGeom>
            <a:avLst/>
            <a:gdLst/>
            <a:ahLst/>
            <a:cxnLst/>
            <a:rect l="l" t="t" r="r" b="b"/>
            <a:pathLst>
              <a:path w="9146540" h="228600">
                <a:moveTo>
                  <a:pt x="9146286" y="114"/>
                </a:moveTo>
                <a:lnTo>
                  <a:pt x="2041144" y="0"/>
                </a:lnTo>
                <a:lnTo>
                  <a:pt x="0" y="228599"/>
                </a:lnTo>
                <a:lnTo>
                  <a:pt x="9146286" y="228599"/>
                </a:lnTo>
                <a:lnTo>
                  <a:pt x="9146286" y="114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2647949"/>
            <a:ext cx="3572510" cy="4210050"/>
          </a:xfrm>
          <a:custGeom>
            <a:avLst/>
            <a:gdLst/>
            <a:ahLst/>
            <a:cxnLst/>
            <a:rect l="l" t="t" r="r" b="b"/>
            <a:pathLst>
              <a:path w="3572510" h="4210050">
                <a:moveTo>
                  <a:pt x="0" y="-1"/>
                </a:moveTo>
                <a:lnTo>
                  <a:pt x="0" y="4210048"/>
                </a:lnTo>
                <a:lnTo>
                  <a:pt x="3572255" y="4210048"/>
                </a:lnTo>
                <a:lnTo>
                  <a:pt x="0" y="-1"/>
                </a:lnTo>
                <a:close/>
              </a:path>
            </a:pathLst>
          </a:custGeom>
          <a:solidFill>
            <a:srgbClr val="9B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9144000" cy="6819900"/>
          </a:xfrm>
          <a:custGeom>
            <a:avLst/>
            <a:gdLst/>
            <a:ahLst/>
            <a:cxnLst/>
            <a:rect l="l" t="t" r="r" b="b"/>
            <a:pathLst>
              <a:path w="9144000" h="6819900">
                <a:moveTo>
                  <a:pt x="9143999" y="0"/>
                </a:moveTo>
                <a:lnTo>
                  <a:pt x="7691978" y="0"/>
                </a:lnTo>
                <a:lnTo>
                  <a:pt x="0" y="6817872"/>
                </a:lnTo>
                <a:lnTo>
                  <a:pt x="0" y="6819898"/>
                </a:lnTo>
                <a:lnTo>
                  <a:pt x="9143999" y="6819898"/>
                </a:lnTo>
                <a:lnTo>
                  <a:pt x="9143999" y="0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338317" y="308957"/>
            <a:ext cx="2517775" cy="2381885"/>
          </a:xfrm>
          <a:custGeom>
            <a:avLst/>
            <a:gdLst/>
            <a:ahLst/>
            <a:cxnLst/>
            <a:rect l="l" t="t" r="r" b="b"/>
            <a:pathLst>
              <a:path w="2517775" h="2381885">
                <a:moveTo>
                  <a:pt x="24384" y="2071657"/>
                </a:moveTo>
                <a:lnTo>
                  <a:pt x="0" y="2092866"/>
                </a:lnTo>
                <a:lnTo>
                  <a:pt x="89154" y="2333277"/>
                </a:lnTo>
                <a:lnTo>
                  <a:pt x="91313" y="2340770"/>
                </a:lnTo>
                <a:lnTo>
                  <a:pt x="91567" y="2344961"/>
                </a:lnTo>
                <a:lnTo>
                  <a:pt x="91948" y="2349152"/>
                </a:lnTo>
                <a:lnTo>
                  <a:pt x="91313" y="2352962"/>
                </a:lnTo>
                <a:lnTo>
                  <a:pt x="89789" y="2356264"/>
                </a:lnTo>
                <a:lnTo>
                  <a:pt x="88138" y="2359693"/>
                </a:lnTo>
                <a:lnTo>
                  <a:pt x="84582" y="2363884"/>
                </a:lnTo>
                <a:lnTo>
                  <a:pt x="78740" y="2368837"/>
                </a:lnTo>
                <a:lnTo>
                  <a:pt x="89662" y="2381410"/>
                </a:lnTo>
                <a:lnTo>
                  <a:pt x="151707" y="2327562"/>
                </a:lnTo>
                <a:lnTo>
                  <a:pt x="119888" y="2327562"/>
                </a:lnTo>
                <a:lnTo>
                  <a:pt x="117602" y="2326927"/>
                </a:lnTo>
                <a:lnTo>
                  <a:pt x="115189" y="2326419"/>
                </a:lnTo>
                <a:lnTo>
                  <a:pt x="113157" y="2325022"/>
                </a:lnTo>
                <a:lnTo>
                  <a:pt x="111505" y="2323117"/>
                </a:lnTo>
                <a:lnTo>
                  <a:pt x="109855" y="2321339"/>
                </a:lnTo>
                <a:lnTo>
                  <a:pt x="107950" y="2317275"/>
                </a:lnTo>
                <a:lnTo>
                  <a:pt x="105537" y="2311179"/>
                </a:lnTo>
                <a:lnTo>
                  <a:pt x="82550" y="2251743"/>
                </a:lnTo>
                <a:lnTo>
                  <a:pt x="104657" y="2232566"/>
                </a:lnTo>
                <a:lnTo>
                  <a:pt x="75057" y="2232566"/>
                </a:lnTo>
                <a:lnTo>
                  <a:pt x="29337" y="2114583"/>
                </a:lnTo>
                <a:lnTo>
                  <a:pt x="103258" y="2114583"/>
                </a:lnTo>
                <a:lnTo>
                  <a:pt x="24384" y="2071657"/>
                </a:lnTo>
                <a:close/>
              </a:path>
              <a:path w="2517775" h="2381885">
                <a:moveTo>
                  <a:pt x="141097" y="2314608"/>
                </a:moveTo>
                <a:lnTo>
                  <a:pt x="139319" y="2316005"/>
                </a:lnTo>
                <a:lnTo>
                  <a:pt x="137160" y="2317910"/>
                </a:lnTo>
                <a:lnTo>
                  <a:pt x="134493" y="2320196"/>
                </a:lnTo>
                <a:lnTo>
                  <a:pt x="119888" y="2327562"/>
                </a:lnTo>
                <a:lnTo>
                  <a:pt x="151707" y="2327562"/>
                </a:lnTo>
                <a:lnTo>
                  <a:pt x="152146" y="2327181"/>
                </a:lnTo>
                <a:lnTo>
                  <a:pt x="141097" y="2314608"/>
                </a:lnTo>
                <a:close/>
              </a:path>
              <a:path w="2517775" h="2381885">
                <a:moveTo>
                  <a:pt x="234638" y="2186084"/>
                </a:moveTo>
                <a:lnTo>
                  <a:pt x="158242" y="2186084"/>
                </a:lnTo>
                <a:lnTo>
                  <a:pt x="207136" y="2214405"/>
                </a:lnTo>
                <a:lnTo>
                  <a:pt x="217043" y="2220247"/>
                </a:lnTo>
                <a:lnTo>
                  <a:pt x="222885" y="2224057"/>
                </a:lnTo>
                <a:lnTo>
                  <a:pt x="224790" y="2226216"/>
                </a:lnTo>
                <a:lnTo>
                  <a:pt x="227203" y="2229137"/>
                </a:lnTo>
                <a:lnTo>
                  <a:pt x="227838" y="2232820"/>
                </a:lnTo>
                <a:lnTo>
                  <a:pt x="226568" y="2237138"/>
                </a:lnTo>
                <a:lnTo>
                  <a:pt x="226060" y="2239424"/>
                </a:lnTo>
                <a:lnTo>
                  <a:pt x="223265" y="2242726"/>
                </a:lnTo>
                <a:lnTo>
                  <a:pt x="218440" y="2246917"/>
                </a:lnTo>
                <a:lnTo>
                  <a:pt x="216154" y="2248822"/>
                </a:lnTo>
                <a:lnTo>
                  <a:pt x="211709" y="2253267"/>
                </a:lnTo>
                <a:lnTo>
                  <a:pt x="222631" y="2265840"/>
                </a:lnTo>
                <a:lnTo>
                  <a:pt x="296926" y="2201197"/>
                </a:lnTo>
                <a:lnTo>
                  <a:pt x="294719" y="2198657"/>
                </a:lnTo>
                <a:lnTo>
                  <a:pt x="265938" y="2198657"/>
                </a:lnTo>
                <a:lnTo>
                  <a:pt x="261175" y="2198088"/>
                </a:lnTo>
                <a:lnTo>
                  <a:pt x="255422" y="2196371"/>
                </a:lnTo>
                <a:lnTo>
                  <a:pt x="248793" y="2193567"/>
                </a:lnTo>
                <a:lnTo>
                  <a:pt x="241172" y="2189640"/>
                </a:lnTo>
                <a:lnTo>
                  <a:pt x="234638" y="2186084"/>
                </a:lnTo>
                <a:close/>
              </a:path>
              <a:path w="2517775" h="2381885">
                <a:moveTo>
                  <a:pt x="103258" y="2114583"/>
                </a:moveTo>
                <a:lnTo>
                  <a:pt x="29337" y="2114583"/>
                </a:lnTo>
                <a:lnTo>
                  <a:pt x="139573" y="2176432"/>
                </a:lnTo>
                <a:lnTo>
                  <a:pt x="75057" y="2232566"/>
                </a:lnTo>
                <a:lnTo>
                  <a:pt x="104657" y="2232566"/>
                </a:lnTo>
                <a:lnTo>
                  <a:pt x="158242" y="2186084"/>
                </a:lnTo>
                <a:lnTo>
                  <a:pt x="234638" y="2186084"/>
                </a:lnTo>
                <a:lnTo>
                  <a:pt x="103258" y="2114583"/>
                </a:lnTo>
                <a:close/>
              </a:path>
              <a:path w="2517775" h="2381885">
                <a:moveTo>
                  <a:pt x="286004" y="2188624"/>
                </a:moveTo>
                <a:lnTo>
                  <a:pt x="277241" y="2196371"/>
                </a:lnTo>
                <a:lnTo>
                  <a:pt x="271653" y="2198657"/>
                </a:lnTo>
                <a:lnTo>
                  <a:pt x="294719" y="2198657"/>
                </a:lnTo>
                <a:lnTo>
                  <a:pt x="286004" y="2188624"/>
                </a:lnTo>
                <a:close/>
              </a:path>
              <a:path w="2517775" h="2381885">
                <a:moveTo>
                  <a:pt x="204648" y="1976153"/>
                </a:moveTo>
                <a:lnTo>
                  <a:pt x="167259" y="1976153"/>
                </a:lnTo>
                <a:lnTo>
                  <a:pt x="171069" y="1977042"/>
                </a:lnTo>
                <a:lnTo>
                  <a:pt x="175006" y="1979709"/>
                </a:lnTo>
                <a:lnTo>
                  <a:pt x="176911" y="1981233"/>
                </a:lnTo>
                <a:lnTo>
                  <a:pt x="181610" y="1986059"/>
                </a:lnTo>
                <a:lnTo>
                  <a:pt x="304227" y="2127283"/>
                </a:lnTo>
                <a:lnTo>
                  <a:pt x="310769" y="2134776"/>
                </a:lnTo>
                <a:lnTo>
                  <a:pt x="315087" y="2141126"/>
                </a:lnTo>
                <a:lnTo>
                  <a:pt x="316611" y="2145698"/>
                </a:lnTo>
                <a:lnTo>
                  <a:pt x="318262" y="2150397"/>
                </a:lnTo>
                <a:lnTo>
                  <a:pt x="318389" y="2154461"/>
                </a:lnTo>
                <a:lnTo>
                  <a:pt x="316992" y="2158144"/>
                </a:lnTo>
                <a:lnTo>
                  <a:pt x="315722" y="2161700"/>
                </a:lnTo>
                <a:lnTo>
                  <a:pt x="311404" y="2166653"/>
                </a:lnTo>
                <a:lnTo>
                  <a:pt x="300482" y="2176178"/>
                </a:lnTo>
                <a:lnTo>
                  <a:pt x="311404" y="2188751"/>
                </a:lnTo>
                <a:lnTo>
                  <a:pt x="380411" y="2128680"/>
                </a:lnTo>
                <a:lnTo>
                  <a:pt x="348615" y="2128680"/>
                </a:lnTo>
                <a:lnTo>
                  <a:pt x="341630" y="2128172"/>
                </a:lnTo>
                <a:lnTo>
                  <a:pt x="321945" y="2111027"/>
                </a:lnTo>
                <a:lnTo>
                  <a:pt x="204648" y="1976153"/>
                </a:lnTo>
                <a:close/>
              </a:path>
              <a:path w="2517775" h="2381885">
                <a:moveTo>
                  <a:pt x="371094" y="2114710"/>
                </a:moveTo>
                <a:lnTo>
                  <a:pt x="363474" y="2121187"/>
                </a:lnTo>
                <a:lnTo>
                  <a:pt x="358140" y="2125124"/>
                </a:lnTo>
                <a:lnTo>
                  <a:pt x="354965" y="2126648"/>
                </a:lnTo>
                <a:lnTo>
                  <a:pt x="351917" y="2128172"/>
                </a:lnTo>
                <a:lnTo>
                  <a:pt x="348615" y="2128680"/>
                </a:lnTo>
                <a:lnTo>
                  <a:pt x="380411" y="2128680"/>
                </a:lnTo>
                <a:lnTo>
                  <a:pt x="382016" y="2127283"/>
                </a:lnTo>
                <a:lnTo>
                  <a:pt x="371094" y="2114710"/>
                </a:lnTo>
                <a:close/>
              </a:path>
              <a:path w="2517775" h="2381885">
                <a:moveTo>
                  <a:pt x="311420" y="1961929"/>
                </a:moveTo>
                <a:lnTo>
                  <a:pt x="192278" y="1961929"/>
                </a:lnTo>
                <a:lnTo>
                  <a:pt x="470408" y="2050575"/>
                </a:lnTo>
                <a:lnTo>
                  <a:pt x="488442" y="2034827"/>
                </a:lnTo>
                <a:lnTo>
                  <a:pt x="456662" y="1998251"/>
                </a:lnTo>
                <a:lnTo>
                  <a:pt x="424942" y="1998251"/>
                </a:lnTo>
                <a:lnTo>
                  <a:pt x="311420" y="1961929"/>
                </a:lnTo>
                <a:close/>
              </a:path>
              <a:path w="2517775" h="2381885">
                <a:moveTo>
                  <a:pt x="339256" y="1863123"/>
                </a:moveTo>
                <a:lnTo>
                  <a:pt x="297688" y="1863123"/>
                </a:lnTo>
                <a:lnTo>
                  <a:pt x="301879" y="1863758"/>
                </a:lnTo>
                <a:lnTo>
                  <a:pt x="310007" y="1867568"/>
                </a:lnTo>
                <a:lnTo>
                  <a:pt x="315214" y="1872013"/>
                </a:lnTo>
                <a:lnTo>
                  <a:pt x="424942" y="1998251"/>
                </a:lnTo>
                <a:lnTo>
                  <a:pt x="456662" y="1998251"/>
                </a:lnTo>
                <a:lnTo>
                  <a:pt x="339256" y="1863123"/>
                </a:lnTo>
                <a:close/>
              </a:path>
              <a:path w="2517775" h="2381885">
                <a:moveTo>
                  <a:pt x="193929" y="1924337"/>
                </a:moveTo>
                <a:lnTo>
                  <a:pt x="129921" y="1979963"/>
                </a:lnTo>
                <a:lnTo>
                  <a:pt x="140843" y="1992536"/>
                </a:lnTo>
                <a:lnTo>
                  <a:pt x="146177" y="1987837"/>
                </a:lnTo>
                <a:lnTo>
                  <a:pt x="153797" y="1981233"/>
                </a:lnTo>
                <a:lnTo>
                  <a:pt x="159512" y="1977550"/>
                </a:lnTo>
                <a:lnTo>
                  <a:pt x="163449" y="1976788"/>
                </a:lnTo>
                <a:lnTo>
                  <a:pt x="167259" y="1976153"/>
                </a:lnTo>
                <a:lnTo>
                  <a:pt x="204648" y="1976153"/>
                </a:lnTo>
                <a:lnTo>
                  <a:pt x="192278" y="1961929"/>
                </a:lnTo>
                <a:lnTo>
                  <a:pt x="311420" y="1961929"/>
                </a:lnTo>
                <a:lnTo>
                  <a:pt x="193929" y="1924337"/>
                </a:lnTo>
                <a:close/>
              </a:path>
              <a:path w="2517775" h="2381885">
                <a:moveTo>
                  <a:pt x="449641" y="1777906"/>
                </a:moveTo>
                <a:lnTo>
                  <a:pt x="391922" y="1777906"/>
                </a:lnTo>
                <a:lnTo>
                  <a:pt x="396113" y="1778033"/>
                </a:lnTo>
                <a:lnTo>
                  <a:pt x="400177" y="1779938"/>
                </a:lnTo>
                <a:lnTo>
                  <a:pt x="542417" y="1940593"/>
                </a:lnTo>
                <a:lnTo>
                  <a:pt x="548132" y="1954563"/>
                </a:lnTo>
                <a:lnTo>
                  <a:pt x="546989" y="1958119"/>
                </a:lnTo>
                <a:lnTo>
                  <a:pt x="545973" y="1961675"/>
                </a:lnTo>
                <a:lnTo>
                  <a:pt x="543560" y="1964977"/>
                </a:lnTo>
                <a:lnTo>
                  <a:pt x="539877" y="1968279"/>
                </a:lnTo>
                <a:lnTo>
                  <a:pt x="536956" y="1970565"/>
                </a:lnTo>
                <a:lnTo>
                  <a:pt x="528320" y="1978058"/>
                </a:lnTo>
                <a:lnTo>
                  <a:pt x="539242" y="1990631"/>
                </a:lnTo>
                <a:lnTo>
                  <a:pt x="612018" y="1927385"/>
                </a:lnTo>
                <a:lnTo>
                  <a:pt x="579628" y="1927385"/>
                </a:lnTo>
                <a:lnTo>
                  <a:pt x="449641" y="1777906"/>
                </a:lnTo>
                <a:close/>
              </a:path>
              <a:path w="2517775" h="2381885">
                <a:moveTo>
                  <a:pt x="644555" y="1682402"/>
                </a:moveTo>
                <a:lnTo>
                  <a:pt x="538194" y="1682402"/>
                </a:lnTo>
                <a:lnTo>
                  <a:pt x="547885" y="1682497"/>
                </a:lnTo>
                <a:lnTo>
                  <a:pt x="557911" y="1683545"/>
                </a:lnTo>
                <a:lnTo>
                  <a:pt x="596265" y="1697007"/>
                </a:lnTo>
                <a:lnTo>
                  <a:pt x="631698" y="1727741"/>
                </a:lnTo>
                <a:lnTo>
                  <a:pt x="658114" y="1768254"/>
                </a:lnTo>
                <a:lnTo>
                  <a:pt x="667385" y="1807878"/>
                </a:lnTo>
                <a:lnTo>
                  <a:pt x="667291" y="1817163"/>
                </a:lnTo>
                <a:lnTo>
                  <a:pt x="651325" y="1858597"/>
                </a:lnTo>
                <a:lnTo>
                  <a:pt x="624840" y="1888142"/>
                </a:lnTo>
                <a:lnTo>
                  <a:pt x="579628" y="1927385"/>
                </a:lnTo>
                <a:lnTo>
                  <a:pt x="612018" y="1927385"/>
                </a:lnTo>
                <a:lnTo>
                  <a:pt x="645922" y="1897921"/>
                </a:lnTo>
                <a:lnTo>
                  <a:pt x="672711" y="1870132"/>
                </a:lnTo>
                <a:lnTo>
                  <a:pt x="697059" y="1826960"/>
                </a:lnTo>
                <a:lnTo>
                  <a:pt x="701391" y="1801719"/>
                </a:lnTo>
                <a:lnTo>
                  <a:pt x="701309" y="1787431"/>
                </a:lnTo>
                <a:lnTo>
                  <a:pt x="690893" y="1742880"/>
                </a:lnTo>
                <a:lnTo>
                  <a:pt x="665480" y="1702214"/>
                </a:lnTo>
                <a:lnTo>
                  <a:pt x="648626" y="1685379"/>
                </a:lnTo>
                <a:lnTo>
                  <a:pt x="644555" y="1682402"/>
                </a:lnTo>
                <a:close/>
              </a:path>
              <a:path w="2517775" h="2381885">
                <a:moveTo>
                  <a:pt x="332486" y="1803814"/>
                </a:moveTo>
                <a:lnTo>
                  <a:pt x="262636" y="1864520"/>
                </a:lnTo>
                <a:lnTo>
                  <a:pt x="273558" y="1877093"/>
                </a:lnTo>
                <a:lnTo>
                  <a:pt x="279019" y="1872394"/>
                </a:lnTo>
                <a:lnTo>
                  <a:pt x="284480" y="1867568"/>
                </a:lnTo>
                <a:lnTo>
                  <a:pt x="289306" y="1864774"/>
                </a:lnTo>
                <a:lnTo>
                  <a:pt x="293497" y="1864012"/>
                </a:lnTo>
                <a:lnTo>
                  <a:pt x="297688" y="1863123"/>
                </a:lnTo>
                <a:lnTo>
                  <a:pt x="339256" y="1863123"/>
                </a:lnTo>
                <a:lnTo>
                  <a:pt x="333629" y="1856646"/>
                </a:lnTo>
                <a:lnTo>
                  <a:pt x="329946" y="1850804"/>
                </a:lnTo>
                <a:lnTo>
                  <a:pt x="328168" y="1845724"/>
                </a:lnTo>
                <a:lnTo>
                  <a:pt x="326599" y="1840898"/>
                </a:lnTo>
                <a:lnTo>
                  <a:pt x="326644" y="1836072"/>
                </a:lnTo>
                <a:lnTo>
                  <a:pt x="329692" y="1829087"/>
                </a:lnTo>
                <a:lnTo>
                  <a:pt x="333502" y="1825023"/>
                </a:lnTo>
                <a:lnTo>
                  <a:pt x="343408" y="1816387"/>
                </a:lnTo>
                <a:lnTo>
                  <a:pt x="332486" y="1803814"/>
                </a:lnTo>
                <a:close/>
              </a:path>
              <a:path w="2517775" h="2381885">
                <a:moveTo>
                  <a:pt x="567848" y="1651446"/>
                </a:moveTo>
                <a:lnTo>
                  <a:pt x="528415" y="1654875"/>
                </a:lnTo>
                <a:lnTo>
                  <a:pt x="477059" y="1680973"/>
                </a:lnTo>
                <a:lnTo>
                  <a:pt x="432181" y="1717073"/>
                </a:lnTo>
                <a:lnTo>
                  <a:pt x="357759" y="1781843"/>
                </a:lnTo>
                <a:lnTo>
                  <a:pt x="368681" y="1794416"/>
                </a:lnTo>
                <a:lnTo>
                  <a:pt x="379095" y="1785399"/>
                </a:lnTo>
                <a:lnTo>
                  <a:pt x="385572" y="1780319"/>
                </a:lnTo>
                <a:lnTo>
                  <a:pt x="387858" y="1779303"/>
                </a:lnTo>
                <a:lnTo>
                  <a:pt x="391922" y="1777906"/>
                </a:lnTo>
                <a:lnTo>
                  <a:pt x="449641" y="1777906"/>
                </a:lnTo>
                <a:lnTo>
                  <a:pt x="426339" y="1751109"/>
                </a:lnTo>
                <a:lnTo>
                  <a:pt x="466050" y="1716700"/>
                </a:lnTo>
                <a:lnTo>
                  <a:pt x="502253" y="1691372"/>
                </a:lnTo>
                <a:lnTo>
                  <a:pt x="538194" y="1682402"/>
                </a:lnTo>
                <a:lnTo>
                  <a:pt x="644555" y="1682402"/>
                </a:lnTo>
                <a:lnTo>
                  <a:pt x="630094" y="1671829"/>
                </a:lnTo>
                <a:lnTo>
                  <a:pt x="609919" y="1661566"/>
                </a:lnTo>
                <a:lnTo>
                  <a:pt x="588137" y="1654589"/>
                </a:lnTo>
                <a:lnTo>
                  <a:pt x="567848" y="1651446"/>
                </a:lnTo>
                <a:close/>
              </a:path>
              <a:path w="2517775" h="2381885">
                <a:moveTo>
                  <a:pt x="856569" y="1384300"/>
                </a:moveTo>
                <a:lnTo>
                  <a:pt x="808863" y="1384300"/>
                </a:lnTo>
                <a:lnTo>
                  <a:pt x="794694" y="1409700"/>
                </a:lnTo>
                <a:lnTo>
                  <a:pt x="782669" y="1422400"/>
                </a:lnTo>
                <a:lnTo>
                  <a:pt x="772787" y="1435100"/>
                </a:lnTo>
                <a:lnTo>
                  <a:pt x="765048" y="1447800"/>
                </a:lnTo>
                <a:lnTo>
                  <a:pt x="759741" y="1473200"/>
                </a:lnTo>
                <a:lnTo>
                  <a:pt x="756983" y="1485900"/>
                </a:lnTo>
                <a:lnTo>
                  <a:pt x="764061" y="1549400"/>
                </a:lnTo>
                <a:lnTo>
                  <a:pt x="793369" y="1587500"/>
                </a:lnTo>
                <a:lnTo>
                  <a:pt x="812278" y="1612900"/>
                </a:lnTo>
                <a:lnTo>
                  <a:pt x="833008" y="1625600"/>
                </a:lnTo>
                <a:lnTo>
                  <a:pt x="855573" y="1638300"/>
                </a:lnTo>
                <a:lnTo>
                  <a:pt x="939403" y="1638300"/>
                </a:lnTo>
                <a:lnTo>
                  <a:pt x="967226" y="1625600"/>
                </a:lnTo>
                <a:lnTo>
                  <a:pt x="993775" y="1612900"/>
                </a:lnTo>
                <a:lnTo>
                  <a:pt x="879983" y="1612900"/>
                </a:lnTo>
                <a:lnTo>
                  <a:pt x="866312" y="1600200"/>
                </a:lnTo>
                <a:lnTo>
                  <a:pt x="826897" y="1562100"/>
                </a:lnTo>
                <a:lnTo>
                  <a:pt x="797625" y="1524000"/>
                </a:lnTo>
                <a:lnTo>
                  <a:pt x="789453" y="1485900"/>
                </a:lnTo>
                <a:lnTo>
                  <a:pt x="788368" y="1473200"/>
                </a:lnTo>
                <a:lnTo>
                  <a:pt x="789211" y="1460500"/>
                </a:lnTo>
                <a:lnTo>
                  <a:pt x="791972" y="1447800"/>
                </a:lnTo>
                <a:lnTo>
                  <a:pt x="796704" y="1435100"/>
                </a:lnTo>
                <a:lnTo>
                  <a:pt x="803449" y="1422400"/>
                </a:lnTo>
                <a:lnTo>
                  <a:pt x="812170" y="1422400"/>
                </a:lnTo>
                <a:lnTo>
                  <a:pt x="822833" y="1409700"/>
                </a:lnTo>
                <a:lnTo>
                  <a:pt x="833951" y="1397000"/>
                </a:lnTo>
                <a:lnTo>
                  <a:pt x="845200" y="1397000"/>
                </a:lnTo>
                <a:lnTo>
                  <a:pt x="856569" y="1384300"/>
                </a:lnTo>
                <a:close/>
              </a:path>
              <a:path w="2517775" h="2381885">
                <a:moveTo>
                  <a:pt x="944372" y="1358900"/>
                </a:moveTo>
                <a:lnTo>
                  <a:pt x="855368" y="1358900"/>
                </a:lnTo>
                <a:lnTo>
                  <a:pt x="839057" y="1371600"/>
                </a:lnTo>
                <a:lnTo>
                  <a:pt x="823555" y="1384300"/>
                </a:lnTo>
                <a:lnTo>
                  <a:pt x="904674" y="1384300"/>
                </a:lnTo>
                <a:lnTo>
                  <a:pt x="917702" y="1397000"/>
                </a:lnTo>
                <a:lnTo>
                  <a:pt x="932727" y="1397000"/>
                </a:lnTo>
                <a:lnTo>
                  <a:pt x="946943" y="1409700"/>
                </a:lnTo>
                <a:lnTo>
                  <a:pt x="984039" y="1447800"/>
                </a:lnTo>
                <a:lnTo>
                  <a:pt x="1006221" y="1498600"/>
                </a:lnTo>
                <a:lnTo>
                  <a:pt x="1009812" y="1511300"/>
                </a:lnTo>
                <a:lnTo>
                  <a:pt x="1011428" y="1524000"/>
                </a:lnTo>
                <a:lnTo>
                  <a:pt x="1011043" y="1536700"/>
                </a:lnTo>
                <a:lnTo>
                  <a:pt x="1008634" y="1549400"/>
                </a:lnTo>
                <a:lnTo>
                  <a:pt x="1004270" y="1562100"/>
                </a:lnTo>
                <a:lnTo>
                  <a:pt x="998204" y="1574800"/>
                </a:lnTo>
                <a:lnTo>
                  <a:pt x="990399" y="1587500"/>
                </a:lnTo>
                <a:lnTo>
                  <a:pt x="980821" y="1587500"/>
                </a:lnTo>
                <a:lnTo>
                  <a:pt x="970012" y="1600200"/>
                </a:lnTo>
                <a:lnTo>
                  <a:pt x="958548" y="1612900"/>
                </a:lnTo>
                <a:lnTo>
                  <a:pt x="993775" y="1612900"/>
                </a:lnTo>
                <a:lnTo>
                  <a:pt x="1014327" y="1587500"/>
                </a:lnTo>
                <a:lnTo>
                  <a:pt x="1029509" y="1562100"/>
                </a:lnTo>
                <a:lnTo>
                  <a:pt x="1039334" y="1536700"/>
                </a:lnTo>
                <a:lnTo>
                  <a:pt x="1043813" y="1511300"/>
                </a:lnTo>
                <a:lnTo>
                  <a:pt x="1042713" y="1485900"/>
                </a:lnTo>
                <a:lnTo>
                  <a:pt x="1023560" y="1435100"/>
                </a:lnTo>
                <a:lnTo>
                  <a:pt x="991485" y="1397000"/>
                </a:lnTo>
                <a:lnTo>
                  <a:pt x="960917" y="1371600"/>
                </a:lnTo>
                <a:lnTo>
                  <a:pt x="944372" y="1358900"/>
                </a:lnTo>
                <a:close/>
              </a:path>
              <a:path w="2517775" h="2381885">
                <a:moveTo>
                  <a:pt x="1062323" y="1295400"/>
                </a:moveTo>
                <a:lnTo>
                  <a:pt x="985774" y="1295400"/>
                </a:lnTo>
                <a:lnTo>
                  <a:pt x="1209421" y="1409700"/>
                </a:lnTo>
                <a:lnTo>
                  <a:pt x="1230503" y="1397000"/>
                </a:lnTo>
                <a:lnTo>
                  <a:pt x="1221853" y="1371600"/>
                </a:lnTo>
                <a:lnTo>
                  <a:pt x="1198245" y="1371600"/>
                </a:lnTo>
                <a:lnTo>
                  <a:pt x="1062323" y="1295400"/>
                </a:lnTo>
                <a:close/>
              </a:path>
              <a:path w="2517775" h="2381885">
                <a:moveTo>
                  <a:pt x="1148334" y="1155700"/>
                </a:moveTo>
                <a:lnTo>
                  <a:pt x="1121410" y="1155700"/>
                </a:lnTo>
                <a:lnTo>
                  <a:pt x="1123696" y="1168400"/>
                </a:lnTo>
                <a:lnTo>
                  <a:pt x="1126109" y="1168400"/>
                </a:lnTo>
                <a:lnTo>
                  <a:pt x="1128522" y="1181100"/>
                </a:lnTo>
                <a:lnTo>
                  <a:pt x="1198245" y="1371600"/>
                </a:lnTo>
                <a:lnTo>
                  <a:pt x="1221853" y="1371600"/>
                </a:lnTo>
                <a:lnTo>
                  <a:pt x="1148334" y="1155700"/>
                </a:lnTo>
                <a:close/>
              </a:path>
              <a:path w="2517775" h="2381885">
                <a:moveTo>
                  <a:pt x="1007999" y="1219200"/>
                </a:moveTo>
                <a:lnTo>
                  <a:pt x="931799" y="1295400"/>
                </a:lnTo>
                <a:lnTo>
                  <a:pt x="942721" y="1308100"/>
                </a:lnTo>
                <a:lnTo>
                  <a:pt x="947038" y="1295400"/>
                </a:lnTo>
                <a:lnTo>
                  <a:pt x="1062323" y="1295400"/>
                </a:lnTo>
                <a:lnTo>
                  <a:pt x="1017016" y="1270000"/>
                </a:lnTo>
                <a:lnTo>
                  <a:pt x="1006221" y="1270000"/>
                </a:lnTo>
                <a:lnTo>
                  <a:pt x="1003808" y="1257300"/>
                </a:lnTo>
                <a:lnTo>
                  <a:pt x="1001903" y="1257300"/>
                </a:lnTo>
                <a:lnTo>
                  <a:pt x="1003427" y="1244600"/>
                </a:lnTo>
                <a:lnTo>
                  <a:pt x="1013079" y="1244600"/>
                </a:lnTo>
                <a:lnTo>
                  <a:pt x="1018921" y="1231900"/>
                </a:lnTo>
                <a:lnTo>
                  <a:pt x="1007999" y="1219200"/>
                </a:lnTo>
                <a:close/>
              </a:path>
              <a:path w="2517775" h="2381885">
                <a:moveTo>
                  <a:pt x="1262570" y="1092200"/>
                </a:moveTo>
                <a:lnTo>
                  <a:pt x="1209167" y="1092200"/>
                </a:lnTo>
                <a:lnTo>
                  <a:pt x="1214882" y="1104900"/>
                </a:lnTo>
                <a:lnTo>
                  <a:pt x="1339977" y="1244600"/>
                </a:lnTo>
                <a:lnTo>
                  <a:pt x="1345692" y="1244600"/>
                </a:lnTo>
                <a:lnTo>
                  <a:pt x="1348867" y="1257300"/>
                </a:lnTo>
                <a:lnTo>
                  <a:pt x="1350772" y="1257300"/>
                </a:lnTo>
                <a:lnTo>
                  <a:pt x="1350518" y="1270000"/>
                </a:lnTo>
                <a:lnTo>
                  <a:pt x="1344168" y="1270000"/>
                </a:lnTo>
                <a:lnTo>
                  <a:pt x="1331214" y="1282700"/>
                </a:lnTo>
                <a:lnTo>
                  <a:pt x="1342136" y="1295400"/>
                </a:lnTo>
                <a:lnTo>
                  <a:pt x="1415531" y="1231900"/>
                </a:lnTo>
                <a:lnTo>
                  <a:pt x="1373505" y="1231900"/>
                </a:lnTo>
                <a:lnTo>
                  <a:pt x="1308354" y="1155700"/>
                </a:lnTo>
                <a:lnTo>
                  <a:pt x="1330367" y="1130300"/>
                </a:lnTo>
                <a:lnTo>
                  <a:pt x="1295781" y="1130300"/>
                </a:lnTo>
                <a:lnTo>
                  <a:pt x="1262570" y="1092200"/>
                </a:lnTo>
                <a:close/>
              </a:path>
              <a:path w="2517775" h="2381885">
                <a:moveTo>
                  <a:pt x="1484884" y="1054100"/>
                </a:moveTo>
                <a:lnTo>
                  <a:pt x="1467104" y="1066800"/>
                </a:lnTo>
                <a:lnTo>
                  <a:pt x="1470584" y="1079500"/>
                </a:lnTo>
                <a:lnTo>
                  <a:pt x="1473041" y="1092200"/>
                </a:lnTo>
                <a:lnTo>
                  <a:pt x="1474497" y="1104900"/>
                </a:lnTo>
                <a:lnTo>
                  <a:pt x="1474978" y="1104900"/>
                </a:lnTo>
                <a:lnTo>
                  <a:pt x="1474460" y="1117600"/>
                </a:lnTo>
                <a:lnTo>
                  <a:pt x="1472739" y="1130300"/>
                </a:lnTo>
                <a:lnTo>
                  <a:pt x="1469852" y="1143000"/>
                </a:lnTo>
                <a:lnTo>
                  <a:pt x="1465834" y="1155700"/>
                </a:lnTo>
                <a:lnTo>
                  <a:pt x="1460099" y="1168400"/>
                </a:lnTo>
                <a:lnTo>
                  <a:pt x="1452245" y="1168400"/>
                </a:lnTo>
                <a:lnTo>
                  <a:pt x="1442295" y="1181100"/>
                </a:lnTo>
                <a:lnTo>
                  <a:pt x="1430274" y="1193800"/>
                </a:lnTo>
                <a:lnTo>
                  <a:pt x="1392174" y="1231900"/>
                </a:lnTo>
                <a:lnTo>
                  <a:pt x="1415531" y="1231900"/>
                </a:lnTo>
                <a:lnTo>
                  <a:pt x="1518285" y="1143000"/>
                </a:lnTo>
                <a:lnTo>
                  <a:pt x="1484884" y="1054100"/>
                </a:lnTo>
                <a:close/>
              </a:path>
              <a:path w="2517775" h="2381885">
                <a:moveTo>
                  <a:pt x="1146048" y="1104900"/>
                </a:moveTo>
                <a:lnTo>
                  <a:pt x="1081151" y="1155700"/>
                </a:lnTo>
                <a:lnTo>
                  <a:pt x="1092073" y="1168400"/>
                </a:lnTo>
                <a:lnTo>
                  <a:pt x="1098931" y="1168400"/>
                </a:lnTo>
                <a:lnTo>
                  <a:pt x="1105154" y="1155700"/>
                </a:lnTo>
                <a:lnTo>
                  <a:pt x="1148334" y="1155700"/>
                </a:lnTo>
                <a:lnTo>
                  <a:pt x="1145413" y="1143000"/>
                </a:lnTo>
                <a:lnTo>
                  <a:pt x="1143508" y="1143000"/>
                </a:lnTo>
                <a:lnTo>
                  <a:pt x="1143381" y="1130300"/>
                </a:lnTo>
                <a:lnTo>
                  <a:pt x="1147572" y="1130300"/>
                </a:lnTo>
                <a:lnTo>
                  <a:pt x="1151255" y="1117600"/>
                </a:lnTo>
                <a:lnTo>
                  <a:pt x="1156970" y="1117600"/>
                </a:lnTo>
                <a:lnTo>
                  <a:pt x="1146048" y="1104900"/>
                </a:lnTo>
                <a:close/>
              </a:path>
              <a:path w="2517775" h="2381885">
                <a:moveTo>
                  <a:pt x="1405207" y="1117600"/>
                </a:moveTo>
                <a:lnTo>
                  <a:pt x="1382522" y="1117600"/>
                </a:lnTo>
                <a:lnTo>
                  <a:pt x="1387475" y="1130300"/>
                </a:lnTo>
                <a:lnTo>
                  <a:pt x="1393571" y="1130300"/>
                </a:lnTo>
                <a:lnTo>
                  <a:pt x="1400429" y="1143000"/>
                </a:lnTo>
                <a:lnTo>
                  <a:pt x="1415161" y="1130300"/>
                </a:lnTo>
                <a:lnTo>
                  <a:pt x="1405207" y="1117600"/>
                </a:lnTo>
                <a:close/>
              </a:path>
              <a:path w="2517775" h="2381885">
                <a:moveTo>
                  <a:pt x="1335532" y="1028700"/>
                </a:moveTo>
                <a:lnTo>
                  <a:pt x="1320800" y="1041400"/>
                </a:lnTo>
                <a:lnTo>
                  <a:pt x="1323848" y="1054100"/>
                </a:lnTo>
                <a:lnTo>
                  <a:pt x="1331341" y="1054100"/>
                </a:lnTo>
                <a:lnTo>
                  <a:pt x="1335913" y="1066800"/>
                </a:lnTo>
                <a:lnTo>
                  <a:pt x="1337564" y="1066800"/>
                </a:lnTo>
                <a:lnTo>
                  <a:pt x="1339850" y="1079500"/>
                </a:lnTo>
                <a:lnTo>
                  <a:pt x="1339977" y="1079500"/>
                </a:lnTo>
                <a:lnTo>
                  <a:pt x="1337945" y="1092200"/>
                </a:lnTo>
                <a:lnTo>
                  <a:pt x="1335752" y="1092200"/>
                </a:lnTo>
                <a:lnTo>
                  <a:pt x="1332214" y="1104900"/>
                </a:lnTo>
                <a:lnTo>
                  <a:pt x="1327318" y="1104900"/>
                </a:lnTo>
                <a:lnTo>
                  <a:pt x="1321054" y="1117600"/>
                </a:lnTo>
                <a:lnTo>
                  <a:pt x="1295781" y="1130300"/>
                </a:lnTo>
                <a:lnTo>
                  <a:pt x="1330367" y="1130300"/>
                </a:lnTo>
                <a:lnTo>
                  <a:pt x="1341374" y="1117600"/>
                </a:lnTo>
                <a:lnTo>
                  <a:pt x="1405207" y="1117600"/>
                </a:lnTo>
                <a:lnTo>
                  <a:pt x="1335532" y="1028700"/>
                </a:lnTo>
                <a:close/>
              </a:path>
              <a:path w="2517775" h="2381885">
                <a:moveTo>
                  <a:pt x="1330452" y="939800"/>
                </a:moveTo>
                <a:lnTo>
                  <a:pt x="1160653" y="1092200"/>
                </a:lnTo>
                <a:lnTo>
                  <a:pt x="1171575" y="1104900"/>
                </a:lnTo>
                <a:lnTo>
                  <a:pt x="1181735" y="1092200"/>
                </a:lnTo>
                <a:lnTo>
                  <a:pt x="1262570" y="1092200"/>
                </a:lnTo>
                <a:lnTo>
                  <a:pt x="1229360" y="1054100"/>
                </a:lnTo>
                <a:lnTo>
                  <a:pt x="1279906" y="1016000"/>
                </a:lnTo>
                <a:lnTo>
                  <a:pt x="1290026" y="1003300"/>
                </a:lnTo>
                <a:lnTo>
                  <a:pt x="1298670" y="1003300"/>
                </a:lnTo>
                <a:lnTo>
                  <a:pt x="1305837" y="990600"/>
                </a:lnTo>
                <a:lnTo>
                  <a:pt x="1334262" y="990600"/>
                </a:lnTo>
                <a:lnTo>
                  <a:pt x="1340695" y="977900"/>
                </a:lnTo>
                <a:lnTo>
                  <a:pt x="1397762" y="977900"/>
                </a:lnTo>
                <a:lnTo>
                  <a:pt x="1330452" y="939800"/>
                </a:lnTo>
                <a:close/>
              </a:path>
              <a:path w="2517775" h="2381885">
                <a:moveTo>
                  <a:pt x="1472819" y="889000"/>
                </a:moveTo>
                <a:lnTo>
                  <a:pt x="1420241" y="889000"/>
                </a:lnTo>
                <a:lnTo>
                  <a:pt x="1423797" y="901700"/>
                </a:lnTo>
                <a:lnTo>
                  <a:pt x="1431671" y="901700"/>
                </a:lnTo>
                <a:lnTo>
                  <a:pt x="1436878" y="914400"/>
                </a:lnTo>
                <a:lnTo>
                  <a:pt x="1555750" y="1041400"/>
                </a:lnTo>
                <a:lnTo>
                  <a:pt x="1563370" y="1054100"/>
                </a:lnTo>
                <a:lnTo>
                  <a:pt x="1568323" y="1054100"/>
                </a:lnTo>
                <a:lnTo>
                  <a:pt x="1570101" y="1066800"/>
                </a:lnTo>
                <a:lnTo>
                  <a:pt x="1571117" y="1066800"/>
                </a:lnTo>
                <a:lnTo>
                  <a:pt x="1570609" y="1079500"/>
                </a:lnTo>
                <a:lnTo>
                  <a:pt x="1564767" y="1079500"/>
                </a:lnTo>
                <a:lnTo>
                  <a:pt x="1559433" y="1092200"/>
                </a:lnTo>
                <a:lnTo>
                  <a:pt x="1552194" y="1092200"/>
                </a:lnTo>
                <a:lnTo>
                  <a:pt x="1563116" y="1104900"/>
                </a:lnTo>
                <a:lnTo>
                  <a:pt x="1643126" y="1041400"/>
                </a:lnTo>
                <a:lnTo>
                  <a:pt x="1597025" y="1041400"/>
                </a:lnTo>
                <a:lnTo>
                  <a:pt x="1592834" y="1028700"/>
                </a:lnTo>
                <a:lnTo>
                  <a:pt x="1586611" y="1028700"/>
                </a:lnTo>
                <a:lnTo>
                  <a:pt x="1530731" y="965200"/>
                </a:lnTo>
                <a:lnTo>
                  <a:pt x="1557528" y="939800"/>
                </a:lnTo>
                <a:lnTo>
                  <a:pt x="1518285" y="939800"/>
                </a:lnTo>
                <a:lnTo>
                  <a:pt x="1472819" y="889000"/>
                </a:lnTo>
                <a:close/>
              </a:path>
              <a:path w="2517775" h="2381885">
                <a:moveTo>
                  <a:pt x="1632204" y="1028700"/>
                </a:moveTo>
                <a:lnTo>
                  <a:pt x="1626743" y="1028700"/>
                </a:lnTo>
                <a:lnTo>
                  <a:pt x="1619631" y="1041400"/>
                </a:lnTo>
                <a:lnTo>
                  <a:pt x="1643126" y="1041400"/>
                </a:lnTo>
                <a:lnTo>
                  <a:pt x="1632204" y="1028700"/>
                </a:lnTo>
                <a:close/>
              </a:path>
              <a:path w="2517775" h="2381885">
                <a:moveTo>
                  <a:pt x="1397762" y="977900"/>
                </a:moveTo>
                <a:lnTo>
                  <a:pt x="1353371" y="977900"/>
                </a:lnTo>
                <a:lnTo>
                  <a:pt x="1359662" y="990600"/>
                </a:lnTo>
                <a:lnTo>
                  <a:pt x="1380825" y="990600"/>
                </a:lnTo>
                <a:lnTo>
                  <a:pt x="1388872" y="1003300"/>
                </a:lnTo>
                <a:lnTo>
                  <a:pt x="1397762" y="977900"/>
                </a:lnTo>
                <a:close/>
              </a:path>
              <a:path w="2517775" h="2381885">
                <a:moveTo>
                  <a:pt x="1628544" y="850900"/>
                </a:moveTo>
                <a:lnTo>
                  <a:pt x="1598001" y="850900"/>
                </a:lnTo>
                <a:lnTo>
                  <a:pt x="1596548" y="863600"/>
                </a:lnTo>
                <a:lnTo>
                  <a:pt x="1593810" y="876300"/>
                </a:lnTo>
                <a:lnTo>
                  <a:pt x="1589786" y="876300"/>
                </a:lnTo>
                <a:lnTo>
                  <a:pt x="1585519" y="889000"/>
                </a:lnTo>
                <a:lnTo>
                  <a:pt x="1579372" y="889000"/>
                </a:lnTo>
                <a:lnTo>
                  <a:pt x="1571319" y="901700"/>
                </a:lnTo>
                <a:lnTo>
                  <a:pt x="1561338" y="914400"/>
                </a:lnTo>
                <a:lnTo>
                  <a:pt x="1518285" y="939800"/>
                </a:lnTo>
                <a:lnTo>
                  <a:pt x="1557528" y="939800"/>
                </a:lnTo>
                <a:lnTo>
                  <a:pt x="1720977" y="965200"/>
                </a:lnTo>
                <a:lnTo>
                  <a:pt x="1768475" y="927100"/>
                </a:lnTo>
                <a:lnTo>
                  <a:pt x="1703832" y="927100"/>
                </a:lnTo>
                <a:lnTo>
                  <a:pt x="1590040" y="914400"/>
                </a:lnTo>
                <a:lnTo>
                  <a:pt x="1601761" y="901700"/>
                </a:lnTo>
                <a:lnTo>
                  <a:pt x="1611423" y="889000"/>
                </a:lnTo>
                <a:lnTo>
                  <a:pt x="1619061" y="876300"/>
                </a:lnTo>
                <a:lnTo>
                  <a:pt x="1624711" y="863600"/>
                </a:lnTo>
                <a:lnTo>
                  <a:pt x="1628544" y="850900"/>
                </a:lnTo>
                <a:close/>
              </a:path>
              <a:path w="2517775" h="2381885">
                <a:moveTo>
                  <a:pt x="1757552" y="914400"/>
                </a:moveTo>
                <a:lnTo>
                  <a:pt x="1753870" y="914400"/>
                </a:lnTo>
                <a:lnTo>
                  <a:pt x="1749044" y="927100"/>
                </a:lnTo>
                <a:lnTo>
                  <a:pt x="1768475" y="927100"/>
                </a:lnTo>
                <a:lnTo>
                  <a:pt x="1757552" y="914400"/>
                </a:lnTo>
                <a:close/>
              </a:path>
              <a:path w="2517775" h="2381885">
                <a:moveTo>
                  <a:pt x="1614297" y="787400"/>
                </a:moveTo>
                <a:lnTo>
                  <a:pt x="1504197" y="787400"/>
                </a:lnTo>
                <a:lnTo>
                  <a:pt x="1489456" y="800100"/>
                </a:lnTo>
                <a:lnTo>
                  <a:pt x="1381633" y="901700"/>
                </a:lnTo>
                <a:lnTo>
                  <a:pt x="1392555" y="914400"/>
                </a:lnTo>
                <a:lnTo>
                  <a:pt x="1401064" y="901700"/>
                </a:lnTo>
                <a:lnTo>
                  <a:pt x="1413764" y="901700"/>
                </a:lnTo>
                <a:lnTo>
                  <a:pt x="1416939" y="889000"/>
                </a:lnTo>
                <a:lnTo>
                  <a:pt x="1472819" y="889000"/>
                </a:lnTo>
                <a:lnTo>
                  <a:pt x="1450086" y="863600"/>
                </a:lnTo>
                <a:lnTo>
                  <a:pt x="1504315" y="825500"/>
                </a:lnTo>
                <a:lnTo>
                  <a:pt x="1512956" y="812800"/>
                </a:lnTo>
                <a:lnTo>
                  <a:pt x="1520967" y="812800"/>
                </a:lnTo>
                <a:lnTo>
                  <a:pt x="1528335" y="800100"/>
                </a:lnTo>
                <a:lnTo>
                  <a:pt x="1620633" y="800100"/>
                </a:lnTo>
                <a:lnTo>
                  <a:pt x="1614297" y="787400"/>
                </a:lnTo>
                <a:close/>
              </a:path>
              <a:path w="2517775" h="2381885">
                <a:moveTo>
                  <a:pt x="1625552" y="800100"/>
                </a:moveTo>
                <a:lnTo>
                  <a:pt x="1566838" y="800100"/>
                </a:lnTo>
                <a:lnTo>
                  <a:pt x="1572863" y="812800"/>
                </a:lnTo>
                <a:lnTo>
                  <a:pt x="1584198" y="812800"/>
                </a:lnTo>
                <a:lnTo>
                  <a:pt x="1589916" y="825500"/>
                </a:lnTo>
                <a:lnTo>
                  <a:pt x="1594135" y="838200"/>
                </a:lnTo>
                <a:lnTo>
                  <a:pt x="1596878" y="838200"/>
                </a:lnTo>
                <a:lnTo>
                  <a:pt x="1598168" y="850900"/>
                </a:lnTo>
                <a:lnTo>
                  <a:pt x="1630902" y="850900"/>
                </a:lnTo>
                <a:lnTo>
                  <a:pt x="1631783" y="838200"/>
                </a:lnTo>
                <a:lnTo>
                  <a:pt x="1631188" y="825500"/>
                </a:lnTo>
                <a:lnTo>
                  <a:pt x="1629066" y="812800"/>
                </a:lnTo>
                <a:lnTo>
                  <a:pt x="1625552" y="800100"/>
                </a:lnTo>
                <a:close/>
              </a:path>
              <a:path w="2517775" h="2381885">
                <a:moveTo>
                  <a:pt x="1718500" y="723900"/>
                </a:moveTo>
                <a:lnTo>
                  <a:pt x="1634617" y="723900"/>
                </a:lnTo>
                <a:lnTo>
                  <a:pt x="1865502" y="838200"/>
                </a:lnTo>
                <a:lnTo>
                  <a:pt x="1886712" y="825500"/>
                </a:lnTo>
                <a:lnTo>
                  <a:pt x="1878062" y="800100"/>
                </a:lnTo>
                <a:lnTo>
                  <a:pt x="1854327" y="800100"/>
                </a:lnTo>
                <a:lnTo>
                  <a:pt x="1718500" y="723900"/>
                </a:lnTo>
                <a:close/>
              </a:path>
              <a:path w="2517775" h="2381885">
                <a:moveTo>
                  <a:pt x="1804543" y="584200"/>
                </a:moveTo>
                <a:lnTo>
                  <a:pt x="1775079" y="584200"/>
                </a:lnTo>
                <a:lnTo>
                  <a:pt x="1777619" y="596900"/>
                </a:lnTo>
                <a:lnTo>
                  <a:pt x="1782318" y="596900"/>
                </a:lnTo>
                <a:lnTo>
                  <a:pt x="1784731" y="609600"/>
                </a:lnTo>
                <a:lnTo>
                  <a:pt x="1854327" y="800100"/>
                </a:lnTo>
                <a:lnTo>
                  <a:pt x="1878062" y="800100"/>
                </a:lnTo>
                <a:lnTo>
                  <a:pt x="1804543" y="584200"/>
                </a:lnTo>
                <a:close/>
              </a:path>
              <a:path w="2517775" h="2381885">
                <a:moveTo>
                  <a:pt x="1599152" y="774700"/>
                </a:moveTo>
                <a:lnTo>
                  <a:pt x="1530157" y="774700"/>
                </a:lnTo>
                <a:lnTo>
                  <a:pt x="1517761" y="787400"/>
                </a:lnTo>
                <a:lnTo>
                  <a:pt x="1607034" y="787400"/>
                </a:lnTo>
                <a:lnTo>
                  <a:pt x="1599152" y="774700"/>
                </a:lnTo>
                <a:close/>
              </a:path>
              <a:path w="2517775" h="2381885">
                <a:moveTo>
                  <a:pt x="1581531" y="762000"/>
                </a:moveTo>
                <a:lnTo>
                  <a:pt x="1551848" y="762000"/>
                </a:lnTo>
                <a:lnTo>
                  <a:pt x="1541399" y="774700"/>
                </a:lnTo>
                <a:lnTo>
                  <a:pt x="1590651" y="774700"/>
                </a:lnTo>
                <a:lnTo>
                  <a:pt x="1581531" y="762000"/>
                </a:lnTo>
                <a:close/>
              </a:path>
              <a:path w="2517775" h="2381885">
                <a:moveTo>
                  <a:pt x="1664208" y="647700"/>
                </a:moveTo>
                <a:lnTo>
                  <a:pt x="1588008" y="723900"/>
                </a:lnTo>
                <a:lnTo>
                  <a:pt x="1598930" y="736600"/>
                </a:lnTo>
                <a:lnTo>
                  <a:pt x="1603248" y="723900"/>
                </a:lnTo>
                <a:lnTo>
                  <a:pt x="1718500" y="723900"/>
                </a:lnTo>
                <a:lnTo>
                  <a:pt x="1673225" y="698500"/>
                </a:lnTo>
                <a:lnTo>
                  <a:pt x="1660017" y="698500"/>
                </a:lnTo>
                <a:lnTo>
                  <a:pt x="1658493" y="685800"/>
                </a:lnTo>
                <a:lnTo>
                  <a:pt x="1659636" y="685800"/>
                </a:lnTo>
                <a:lnTo>
                  <a:pt x="1660652" y="673100"/>
                </a:lnTo>
                <a:lnTo>
                  <a:pt x="1669288" y="673100"/>
                </a:lnTo>
                <a:lnTo>
                  <a:pt x="1675130" y="660400"/>
                </a:lnTo>
                <a:lnTo>
                  <a:pt x="1664208" y="647700"/>
                </a:lnTo>
                <a:close/>
              </a:path>
              <a:path w="2517775" h="2381885">
                <a:moveTo>
                  <a:pt x="1901952" y="520700"/>
                </a:moveTo>
                <a:lnTo>
                  <a:pt x="1859788" y="520700"/>
                </a:lnTo>
                <a:lnTo>
                  <a:pt x="1864868" y="533400"/>
                </a:lnTo>
                <a:lnTo>
                  <a:pt x="1991233" y="673100"/>
                </a:lnTo>
                <a:lnTo>
                  <a:pt x="1997583" y="685800"/>
                </a:lnTo>
                <a:lnTo>
                  <a:pt x="2002408" y="685800"/>
                </a:lnTo>
                <a:lnTo>
                  <a:pt x="2003552" y="698500"/>
                </a:lnTo>
                <a:lnTo>
                  <a:pt x="2000885" y="698500"/>
                </a:lnTo>
                <a:lnTo>
                  <a:pt x="1997329" y="711200"/>
                </a:lnTo>
                <a:lnTo>
                  <a:pt x="1984883" y="723900"/>
                </a:lnTo>
                <a:lnTo>
                  <a:pt x="1995805" y="736600"/>
                </a:lnTo>
                <a:lnTo>
                  <a:pt x="2075688" y="660400"/>
                </a:lnTo>
                <a:lnTo>
                  <a:pt x="2024888" y="660400"/>
                </a:lnTo>
                <a:lnTo>
                  <a:pt x="2018919" y="647700"/>
                </a:lnTo>
                <a:lnTo>
                  <a:pt x="1901952" y="520700"/>
                </a:lnTo>
                <a:close/>
              </a:path>
              <a:path w="2517775" h="2381885">
                <a:moveTo>
                  <a:pt x="2064766" y="647700"/>
                </a:moveTo>
                <a:lnTo>
                  <a:pt x="2052574" y="660400"/>
                </a:lnTo>
                <a:lnTo>
                  <a:pt x="2075688" y="660400"/>
                </a:lnTo>
                <a:lnTo>
                  <a:pt x="2064766" y="647700"/>
                </a:lnTo>
                <a:close/>
              </a:path>
              <a:path w="2517775" h="2381885">
                <a:moveTo>
                  <a:pt x="2022792" y="431800"/>
                </a:moveTo>
                <a:lnTo>
                  <a:pt x="1969516" y="431800"/>
                </a:lnTo>
                <a:lnTo>
                  <a:pt x="1975104" y="444500"/>
                </a:lnTo>
                <a:lnTo>
                  <a:pt x="2100199" y="584200"/>
                </a:lnTo>
                <a:lnTo>
                  <a:pt x="2105914" y="584200"/>
                </a:lnTo>
                <a:lnTo>
                  <a:pt x="2109216" y="596900"/>
                </a:lnTo>
                <a:lnTo>
                  <a:pt x="2110994" y="596900"/>
                </a:lnTo>
                <a:lnTo>
                  <a:pt x="2110867" y="609600"/>
                </a:lnTo>
                <a:lnTo>
                  <a:pt x="2104517" y="609600"/>
                </a:lnTo>
                <a:lnTo>
                  <a:pt x="2097532" y="622300"/>
                </a:lnTo>
                <a:lnTo>
                  <a:pt x="2091563" y="622300"/>
                </a:lnTo>
                <a:lnTo>
                  <a:pt x="2102485" y="635000"/>
                </a:lnTo>
                <a:lnTo>
                  <a:pt x="2175880" y="571500"/>
                </a:lnTo>
                <a:lnTo>
                  <a:pt x="2137791" y="571500"/>
                </a:lnTo>
                <a:lnTo>
                  <a:pt x="2133727" y="558800"/>
                </a:lnTo>
                <a:lnTo>
                  <a:pt x="2127631" y="558800"/>
                </a:lnTo>
                <a:lnTo>
                  <a:pt x="2068702" y="495300"/>
                </a:lnTo>
                <a:lnTo>
                  <a:pt x="2093849" y="469900"/>
                </a:lnTo>
                <a:lnTo>
                  <a:pt x="2056002" y="469900"/>
                </a:lnTo>
                <a:lnTo>
                  <a:pt x="2022792" y="431800"/>
                </a:lnTo>
                <a:close/>
              </a:path>
              <a:path w="2517775" h="2381885">
                <a:moveTo>
                  <a:pt x="1802257" y="533400"/>
                </a:moveTo>
                <a:lnTo>
                  <a:pt x="1737360" y="584200"/>
                </a:lnTo>
                <a:lnTo>
                  <a:pt x="1748282" y="596900"/>
                </a:lnTo>
                <a:lnTo>
                  <a:pt x="1755139" y="596900"/>
                </a:lnTo>
                <a:lnTo>
                  <a:pt x="1761363" y="584200"/>
                </a:lnTo>
                <a:lnTo>
                  <a:pt x="1801495" y="584200"/>
                </a:lnTo>
                <a:lnTo>
                  <a:pt x="1799970" y="571500"/>
                </a:lnTo>
                <a:lnTo>
                  <a:pt x="1799589" y="571500"/>
                </a:lnTo>
                <a:lnTo>
                  <a:pt x="1799589" y="558800"/>
                </a:lnTo>
                <a:lnTo>
                  <a:pt x="1803781" y="558800"/>
                </a:lnTo>
                <a:lnTo>
                  <a:pt x="1807464" y="546100"/>
                </a:lnTo>
                <a:lnTo>
                  <a:pt x="1813179" y="546100"/>
                </a:lnTo>
                <a:lnTo>
                  <a:pt x="1802257" y="533400"/>
                </a:lnTo>
                <a:close/>
              </a:path>
              <a:path w="2517775" h="2381885">
                <a:moveTo>
                  <a:pt x="2245106" y="393700"/>
                </a:moveTo>
                <a:lnTo>
                  <a:pt x="2227326" y="406400"/>
                </a:lnTo>
                <a:lnTo>
                  <a:pt x="2230826" y="419100"/>
                </a:lnTo>
                <a:lnTo>
                  <a:pt x="2233326" y="431800"/>
                </a:lnTo>
                <a:lnTo>
                  <a:pt x="2234826" y="444500"/>
                </a:lnTo>
                <a:lnTo>
                  <a:pt x="2235327" y="444500"/>
                </a:lnTo>
                <a:lnTo>
                  <a:pt x="2234753" y="457200"/>
                </a:lnTo>
                <a:lnTo>
                  <a:pt x="2233025" y="469900"/>
                </a:lnTo>
                <a:lnTo>
                  <a:pt x="2230129" y="482600"/>
                </a:lnTo>
                <a:lnTo>
                  <a:pt x="2226056" y="495300"/>
                </a:lnTo>
                <a:lnTo>
                  <a:pt x="2220339" y="495300"/>
                </a:lnTo>
                <a:lnTo>
                  <a:pt x="2212514" y="508000"/>
                </a:lnTo>
                <a:lnTo>
                  <a:pt x="2202570" y="520700"/>
                </a:lnTo>
                <a:lnTo>
                  <a:pt x="2190496" y="533400"/>
                </a:lnTo>
                <a:lnTo>
                  <a:pt x="2159127" y="558800"/>
                </a:lnTo>
                <a:lnTo>
                  <a:pt x="2152523" y="571500"/>
                </a:lnTo>
                <a:lnTo>
                  <a:pt x="2175880" y="571500"/>
                </a:lnTo>
                <a:lnTo>
                  <a:pt x="2278634" y="482600"/>
                </a:lnTo>
                <a:lnTo>
                  <a:pt x="2245106" y="393700"/>
                </a:lnTo>
                <a:close/>
              </a:path>
              <a:path w="2517775" h="2381885">
                <a:moveTo>
                  <a:pt x="1894205" y="457200"/>
                </a:moveTo>
                <a:lnTo>
                  <a:pt x="1814322" y="520700"/>
                </a:lnTo>
                <a:lnTo>
                  <a:pt x="1825244" y="533400"/>
                </a:lnTo>
                <a:lnTo>
                  <a:pt x="1837689" y="520700"/>
                </a:lnTo>
                <a:lnTo>
                  <a:pt x="1901952" y="520700"/>
                </a:lnTo>
                <a:lnTo>
                  <a:pt x="1894586" y="508000"/>
                </a:lnTo>
                <a:lnTo>
                  <a:pt x="1890141" y="495300"/>
                </a:lnTo>
                <a:lnTo>
                  <a:pt x="1887474" y="495300"/>
                </a:lnTo>
                <a:lnTo>
                  <a:pt x="1887347" y="482600"/>
                </a:lnTo>
                <a:lnTo>
                  <a:pt x="1889760" y="482600"/>
                </a:lnTo>
                <a:lnTo>
                  <a:pt x="1893189" y="469900"/>
                </a:lnTo>
                <a:lnTo>
                  <a:pt x="1905127" y="469900"/>
                </a:lnTo>
                <a:lnTo>
                  <a:pt x="1894205" y="457200"/>
                </a:lnTo>
                <a:close/>
              </a:path>
              <a:path w="2517775" h="2381885">
                <a:moveTo>
                  <a:pt x="2165429" y="457200"/>
                </a:moveTo>
                <a:lnTo>
                  <a:pt x="2147697" y="457200"/>
                </a:lnTo>
                <a:lnTo>
                  <a:pt x="2160778" y="482600"/>
                </a:lnTo>
                <a:lnTo>
                  <a:pt x="2175383" y="469900"/>
                </a:lnTo>
                <a:lnTo>
                  <a:pt x="2165429" y="457200"/>
                </a:lnTo>
                <a:close/>
              </a:path>
              <a:path w="2517775" h="2381885">
                <a:moveTo>
                  <a:pt x="2095754" y="368300"/>
                </a:moveTo>
                <a:lnTo>
                  <a:pt x="2081149" y="381000"/>
                </a:lnTo>
                <a:lnTo>
                  <a:pt x="2084070" y="393700"/>
                </a:lnTo>
                <a:lnTo>
                  <a:pt x="2091689" y="393700"/>
                </a:lnTo>
                <a:lnTo>
                  <a:pt x="2096262" y="406400"/>
                </a:lnTo>
                <a:lnTo>
                  <a:pt x="2097913" y="406400"/>
                </a:lnTo>
                <a:lnTo>
                  <a:pt x="2100199" y="419100"/>
                </a:lnTo>
                <a:lnTo>
                  <a:pt x="2098294" y="431800"/>
                </a:lnTo>
                <a:lnTo>
                  <a:pt x="2096081" y="431800"/>
                </a:lnTo>
                <a:lnTo>
                  <a:pt x="2092499" y="444500"/>
                </a:lnTo>
                <a:lnTo>
                  <a:pt x="2087560" y="444500"/>
                </a:lnTo>
                <a:lnTo>
                  <a:pt x="2081276" y="457200"/>
                </a:lnTo>
                <a:lnTo>
                  <a:pt x="2056002" y="469900"/>
                </a:lnTo>
                <a:lnTo>
                  <a:pt x="2093849" y="469900"/>
                </a:lnTo>
                <a:lnTo>
                  <a:pt x="2101723" y="457200"/>
                </a:lnTo>
                <a:lnTo>
                  <a:pt x="2165429" y="457200"/>
                </a:lnTo>
                <a:lnTo>
                  <a:pt x="2095754" y="368300"/>
                </a:lnTo>
                <a:close/>
              </a:path>
              <a:path w="2517775" h="2381885">
                <a:moveTo>
                  <a:pt x="2090674" y="279400"/>
                </a:moveTo>
                <a:lnTo>
                  <a:pt x="1921002" y="431800"/>
                </a:lnTo>
                <a:lnTo>
                  <a:pt x="1931924" y="444500"/>
                </a:lnTo>
                <a:lnTo>
                  <a:pt x="1942083" y="431800"/>
                </a:lnTo>
                <a:lnTo>
                  <a:pt x="2022792" y="431800"/>
                </a:lnTo>
                <a:lnTo>
                  <a:pt x="1989582" y="393700"/>
                </a:lnTo>
                <a:lnTo>
                  <a:pt x="2040255" y="355600"/>
                </a:lnTo>
                <a:lnTo>
                  <a:pt x="2050375" y="342900"/>
                </a:lnTo>
                <a:lnTo>
                  <a:pt x="2059019" y="342900"/>
                </a:lnTo>
                <a:lnTo>
                  <a:pt x="2066186" y="330200"/>
                </a:lnTo>
                <a:lnTo>
                  <a:pt x="2085975" y="330200"/>
                </a:lnTo>
                <a:lnTo>
                  <a:pt x="2094611" y="317500"/>
                </a:lnTo>
                <a:lnTo>
                  <a:pt x="2157984" y="317500"/>
                </a:lnTo>
                <a:lnTo>
                  <a:pt x="2090674" y="279400"/>
                </a:lnTo>
                <a:close/>
              </a:path>
              <a:path w="2517775" h="2381885">
                <a:moveTo>
                  <a:pt x="2205863" y="177800"/>
                </a:moveTo>
                <a:lnTo>
                  <a:pt x="2131060" y="241300"/>
                </a:lnTo>
                <a:lnTo>
                  <a:pt x="2141982" y="254000"/>
                </a:lnTo>
                <a:lnTo>
                  <a:pt x="2183384" y="254000"/>
                </a:lnTo>
                <a:lnTo>
                  <a:pt x="2393442" y="381000"/>
                </a:lnTo>
                <a:lnTo>
                  <a:pt x="2414905" y="368300"/>
                </a:lnTo>
                <a:lnTo>
                  <a:pt x="2399137" y="330200"/>
                </a:lnTo>
                <a:lnTo>
                  <a:pt x="2377313" y="330200"/>
                </a:lnTo>
                <a:lnTo>
                  <a:pt x="2213483" y="228600"/>
                </a:lnTo>
                <a:lnTo>
                  <a:pt x="2201545" y="228600"/>
                </a:lnTo>
                <a:lnTo>
                  <a:pt x="2198751" y="215900"/>
                </a:lnTo>
                <a:lnTo>
                  <a:pt x="2199513" y="215900"/>
                </a:lnTo>
                <a:lnTo>
                  <a:pt x="2200529" y="203200"/>
                </a:lnTo>
                <a:lnTo>
                  <a:pt x="2208911" y="203200"/>
                </a:lnTo>
                <a:lnTo>
                  <a:pt x="2216785" y="190500"/>
                </a:lnTo>
                <a:lnTo>
                  <a:pt x="2205863" y="177800"/>
                </a:lnTo>
                <a:close/>
              </a:path>
              <a:path w="2517775" h="2381885">
                <a:moveTo>
                  <a:pt x="2157984" y="317500"/>
                </a:moveTo>
                <a:lnTo>
                  <a:pt x="2113702" y="317500"/>
                </a:lnTo>
                <a:lnTo>
                  <a:pt x="2120011" y="330200"/>
                </a:lnTo>
                <a:lnTo>
                  <a:pt x="2149094" y="330200"/>
                </a:lnTo>
                <a:lnTo>
                  <a:pt x="2157984" y="317500"/>
                </a:lnTo>
                <a:close/>
              </a:path>
              <a:path w="2517775" h="2381885">
                <a:moveTo>
                  <a:pt x="2307717" y="88900"/>
                </a:moveTo>
                <a:lnTo>
                  <a:pt x="2233422" y="152400"/>
                </a:lnTo>
                <a:lnTo>
                  <a:pt x="2244344" y="165100"/>
                </a:lnTo>
                <a:lnTo>
                  <a:pt x="2282317" y="165100"/>
                </a:lnTo>
                <a:lnTo>
                  <a:pt x="2314829" y="190500"/>
                </a:lnTo>
                <a:lnTo>
                  <a:pt x="2377313" y="330200"/>
                </a:lnTo>
                <a:lnTo>
                  <a:pt x="2399137" y="330200"/>
                </a:lnTo>
                <a:lnTo>
                  <a:pt x="2346579" y="203200"/>
                </a:lnTo>
                <a:lnTo>
                  <a:pt x="2418667" y="203200"/>
                </a:lnTo>
                <a:lnTo>
                  <a:pt x="2315718" y="139700"/>
                </a:lnTo>
                <a:lnTo>
                  <a:pt x="2303526" y="139700"/>
                </a:lnTo>
                <a:lnTo>
                  <a:pt x="2301240" y="127000"/>
                </a:lnTo>
                <a:lnTo>
                  <a:pt x="2302002" y="127000"/>
                </a:lnTo>
                <a:lnTo>
                  <a:pt x="2305558" y="114300"/>
                </a:lnTo>
                <a:lnTo>
                  <a:pt x="2311527" y="114300"/>
                </a:lnTo>
                <a:lnTo>
                  <a:pt x="2318639" y="101600"/>
                </a:lnTo>
                <a:lnTo>
                  <a:pt x="2307717" y="88900"/>
                </a:lnTo>
                <a:close/>
              </a:path>
              <a:path w="2517775" h="2381885">
                <a:moveTo>
                  <a:pt x="2418667" y="203200"/>
                </a:moveTo>
                <a:lnTo>
                  <a:pt x="2346579" y="203200"/>
                </a:lnTo>
                <a:lnTo>
                  <a:pt x="2495677" y="292100"/>
                </a:lnTo>
                <a:lnTo>
                  <a:pt x="2517267" y="279400"/>
                </a:lnTo>
                <a:lnTo>
                  <a:pt x="2501328" y="241300"/>
                </a:lnTo>
                <a:lnTo>
                  <a:pt x="2480437" y="241300"/>
                </a:lnTo>
                <a:lnTo>
                  <a:pt x="2418667" y="203200"/>
                </a:lnTo>
                <a:close/>
              </a:path>
              <a:path w="2517775" h="2381885">
                <a:moveTo>
                  <a:pt x="2421636" y="50800"/>
                </a:moveTo>
                <a:lnTo>
                  <a:pt x="2394585" y="50800"/>
                </a:lnTo>
                <a:lnTo>
                  <a:pt x="2396744" y="63500"/>
                </a:lnTo>
                <a:lnTo>
                  <a:pt x="2401951" y="63500"/>
                </a:lnTo>
                <a:lnTo>
                  <a:pt x="2480437" y="241300"/>
                </a:lnTo>
                <a:lnTo>
                  <a:pt x="2501328" y="241300"/>
                </a:lnTo>
                <a:lnTo>
                  <a:pt x="2421636" y="50800"/>
                </a:lnTo>
                <a:close/>
              </a:path>
              <a:path w="2517775" h="2381885">
                <a:moveTo>
                  <a:pt x="2417572" y="0"/>
                </a:moveTo>
                <a:lnTo>
                  <a:pt x="2353818" y="50800"/>
                </a:lnTo>
                <a:lnTo>
                  <a:pt x="2364740" y="63500"/>
                </a:lnTo>
                <a:lnTo>
                  <a:pt x="2372233" y="63500"/>
                </a:lnTo>
                <a:lnTo>
                  <a:pt x="2378075" y="50800"/>
                </a:lnTo>
                <a:lnTo>
                  <a:pt x="2421636" y="50800"/>
                </a:lnTo>
                <a:lnTo>
                  <a:pt x="2417826" y="38100"/>
                </a:lnTo>
                <a:lnTo>
                  <a:pt x="2415667" y="38100"/>
                </a:lnTo>
                <a:lnTo>
                  <a:pt x="2415413" y="25400"/>
                </a:lnTo>
                <a:lnTo>
                  <a:pt x="2416175" y="25400"/>
                </a:lnTo>
                <a:lnTo>
                  <a:pt x="2419477" y="12700"/>
                </a:lnTo>
                <a:lnTo>
                  <a:pt x="2428494" y="12700"/>
                </a:lnTo>
                <a:lnTo>
                  <a:pt x="2417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1238" y="2618739"/>
            <a:ext cx="3639746" cy="29710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2286" y="6629398"/>
            <a:ext cx="9146540" cy="228600"/>
          </a:xfrm>
          <a:custGeom>
            <a:avLst/>
            <a:gdLst/>
            <a:ahLst/>
            <a:cxnLst/>
            <a:rect l="l" t="t" r="r" b="b"/>
            <a:pathLst>
              <a:path w="9146540" h="228600">
                <a:moveTo>
                  <a:pt x="9146286" y="114"/>
                </a:moveTo>
                <a:lnTo>
                  <a:pt x="2041144" y="0"/>
                </a:lnTo>
                <a:lnTo>
                  <a:pt x="0" y="228599"/>
                </a:lnTo>
                <a:lnTo>
                  <a:pt x="9146286" y="228599"/>
                </a:lnTo>
                <a:lnTo>
                  <a:pt x="9146286" y="114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0034" y="362711"/>
            <a:ext cx="858393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700" y="1117600"/>
            <a:ext cx="7673340" cy="3317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4778" y="6658080"/>
            <a:ext cx="1897379" cy="17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34043" y="6601705"/>
            <a:ext cx="314325" cy="26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793480" y="6601705"/>
            <a:ext cx="19939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sz="16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fld>
            <a:endParaRPr sz="1650">
              <a:latin typeface="Franklin Gothic Medium"/>
              <a:cs typeface="Franklin Gothic Medium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23425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OBJECTIVES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8793480" y="6601705"/>
            <a:ext cx="19939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sz="16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2</a:t>
            </a:fld>
            <a:endParaRPr sz="165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744472"/>
            <a:ext cx="637794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omic Sans MS"/>
                <a:cs typeface="Comic Sans MS"/>
              </a:rPr>
              <a:t>Define</a:t>
            </a:r>
            <a:r>
              <a:rPr sz="2000" b="1" dirty="0">
                <a:latin typeface="Comic Sans MS"/>
                <a:cs typeface="Comic Sans MS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forking</a:t>
            </a:r>
            <a:r>
              <a:rPr sz="2000" b="1" spc="5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and</a:t>
            </a:r>
            <a:r>
              <a:rPr sz="2000" b="1" spc="10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other</a:t>
            </a:r>
            <a:r>
              <a:rPr sz="2000" b="1" spc="-15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operations</a:t>
            </a:r>
            <a:r>
              <a:rPr sz="2000" b="1" spc="15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with</a:t>
            </a:r>
            <a:r>
              <a:rPr sz="2000" b="1" spc="-15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GitHub</a:t>
            </a:r>
            <a:endParaRPr sz="20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10" dirty="0">
                <a:latin typeface="Comic Sans MS"/>
                <a:cs typeface="Comic Sans MS"/>
              </a:rPr>
              <a:t>Identify</a:t>
            </a:r>
            <a:r>
              <a:rPr sz="2000" b="1" spc="-20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the</a:t>
            </a:r>
            <a:r>
              <a:rPr sz="2000" b="1" spc="-20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process</a:t>
            </a:r>
            <a:r>
              <a:rPr sz="2000" b="1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to clone</a:t>
            </a:r>
            <a:r>
              <a:rPr sz="2000" b="1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a</a:t>
            </a:r>
            <a:r>
              <a:rPr sz="2000" b="1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repository</a:t>
            </a:r>
            <a:endParaRPr sz="20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omic Sans MS"/>
                <a:cs typeface="Comic Sans MS"/>
              </a:rPr>
              <a:t>Explain GitHub</a:t>
            </a:r>
            <a:r>
              <a:rPr sz="2000" b="1" spc="-10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Pages</a:t>
            </a:r>
            <a:endParaRPr sz="20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omic Sans MS"/>
                <a:cs typeface="Comic Sans MS"/>
              </a:rPr>
              <a:t>Describe</a:t>
            </a:r>
            <a:r>
              <a:rPr sz="2000" b="1" dirty="0">
                <a:latin typeface="Comic Sans MS"/>
                <a:cs typeface="Comic Sans MS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different </a:t>
            </a:r>
            <a:r>
              <a:rPr sz="2000" b="1" spc="-5" dirty="0">
                <a:latin typeface="Comic Sans MS"/>
                <a:cs typeface="Comic Sans MS"/>
              </a:rPr>
              <a:t>types</a:t>
            </a:r>
            <a:r>
              <a:rPr sz="2000" b="1" spc="-10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of</a:t>
            </a:r>
            <a:r>
              <a:rPr sz="2000" b="1" spc="10" dirty="0">
                <a:latin typeface="Comic Sans MS"/>
                <a:cs typeface="Comic Sans MS"/>
              </a:rPr>
              <a:t> </a:t>
            </a:r>
            <a:r>
              <a:rPr sz="2000" b="1" spc="-10" dirty="0">
                <a:latin typeface="Comic Sans MS"/>
                <a:cs typeface="Comic Sans MS"/>
              </a:rPr>
              <a:t>GitHub</a:t>
            </a:r>
            <a:r>
              <a:rPr sz="2000" b="1" spc="5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Pages sites</a:t>
            </a:r>
            <a:endParaRPr sz="20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omic Sans MS"/>
                <a:cs typeface="Comic Sans MS"/>
              </a:rPr>
              <a:t>List</a:t>
            </a:r>
            <a:r>
              <a:rPr sz="2000" b="1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the</a:t>
            </a:r>
            <a:r>
              <a:rPr sz="2000" b="1" spc="-25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guidelines</a:t>
            </a:r>
            <a:r>
              <a:rPr sz="2000" b="1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for using GitHub</a:t>
            </a:r>
            <a:r>
              <a:rPr sz="2000" b="1" dirty="0">
                <a:latin typeface="Comic Sans MS"/>
                <a:cs typeface="Comic Sans MS"/>
              </a:rPr>
              <a:t> </a:t>
            </a:r>
            <a:r>
              <a:rPr sz="2000" b="1" spc="-5" dirty="0">
                <a:latin typeface="Comic Sans MS"/>
                <a:cs typeface="Comic Sans MS"/>
              </a:rPr>
              <a:t>Pages</a:t>
            </a:r>
            <a:endParaRPr sz="2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43840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GITHUB</a:t>
            </a:r>
            <a:r>
              <a:rPr sz="2800" spc="-65" dirty="0"/>
              <a:t> </a:t>
            </a:r>
            <a:r>
              <a:rPr sz="2800" dirty="0"/>
              <a:t>PRICING</a:t>
            </a:r>
            <a:r>
              <a:rPr sz="2800" spc="-45" dirty="0"/>
              <a:t> </a:t>
            </a:r>
            <a:r>
              <a:rPr sz="2800" dirty="0"/>
              <a:t>PLANS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299338" y="970661"/>
            <a:ext cx="4674870" cy="1564640"/>
            <a:chOff x="299338" y="970661"/>
            <a:chExt cx="4674870" cy="1564640"/>
          </a:xfrm>
        </p:grpSpPr>
        <p:sp>
          <p:nvSpPr>
            <p:cNvPr id="4" name="object 4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3879341" y="0"/>
                  </a:moveTo>
                  <a:lnTo>
                    <a:pt x="0" y="0"/>
                  </a:lnTo>
                  <a:lnTo>
                    <a:pt x="0" y="1539240"/>
                  </a:lnTo>
                  <a:lnTo>
                    <a:pt x="3879341" y="1539240"/>
                  </a:lnTo>
                  <a:lnTo>
                    <a:pt x="4648962" y="769620"/>
                  </a:lnTo>
                  <a:lnTo>
                    <a:pt x="3879341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0" y="0"/>
                  </a:moveTo>
                  <a:lnTo>
                    <a:pt x="3879341" y="0"/>
                  </a:lnTo>
                  <a:lnTo>
                    <a:pt x="4648962" y="769620"/>
                  </a:lnTo>
                  <a:lnTo>
                    <a:pt x="3879341" y="1539240"/>
                  </a:lnTo>
                  <a:lnTo>
                    <a:pt x="0" y="153924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86205" y="1445005"/>
            <a:ext cx="3185160" cy="5867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77900" marR="5080" indent="-965835">
              <a:lnSpc>
                <a:spcPct val="104400"/>
              </a:lnSpc>
              <a:spcBef>
                <a:spcPts val="5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Advanced features useful for </a:t>
            </a:r>
            <a:r>
              <a:rPr sz="1800" spc="-5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enterprises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4884" y="970788"/>
            <a:ext cx="4674870" cy="1564640"/>
            <a:chOff x="4024884" y="970788"/>
            <a:chExt cx="4674870" cy="1564640"/>
          </a:xfrm>
        </p:grpSpPr>
        <p:sp>
          <p:nvSpPr>
            <p:cNvPr id="8" name="object 8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3880104" y="0"/>
                  </a:moveTo>
                  <a:lnTo>
                    <a:pt x="0" y="0"/>
                  </a:lnTo>
                  <a:lnTo>
                    <a:pt x="769620" y="769620"/>
                  </a:lnTo>
                  <a:lnTo>
                    <a:pt x="0" y="1539240"/>
                  </a:lnTo>
                  <a:lnTo>
                    <a:pt x="3880104" y="1539240"/>
                  </a:lnTo>
                  <a:lnTo>
                    <a:pt x="4649724" y="769620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0" y="0"/>
                  </a:moveTo>
                  <a:lnTo>
                    <a:pt x="3880104" y="0"/>
                  </a:lnTo>
                  <a:lnTo>
                    <a:pt x="4649724" y="769620"/>
                  </a:lnTo>
                  <a:lnTo>
                    <a:pt x="3880104" y="1539240"/>
                  </a:lnTo>
                  <a:lnTo>
                    <a:pt x="0" y="1539240"/>
                  </a:lnTo>
                  <a:lnTo>
                    <a:pt x="769620" y="76962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113273" y="1245870"/>
            <a:ext cx="2550795" cy="5867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37515" marR="5080" indent="-425450">
              <a:lnSpc>
                <a:spcPct val="1044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Using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GitHub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Project </a:t>
            </a:r>
            <a:r>
              <a:rPr sz="1800" spc="-5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Implementation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60642" y="3712464"/>
            <a:ext cx="1703070" cy="1700530"/>
            <a:chOff x="6660642" y="3712464"/>
            <a:chExt cx="1703070" cy="1700530"/>
          </a:xfrm>
        </p:grpSpPr>
        <p:sp>
          <p:nvSpPr>
            <p:cNvPr id="12" name="object 12"/>
            <p:cNvSpPr/>
            <p:nvPr/>
          </p:nvSpPr>
          <p:spPr>
            <a:xfrm>
              <a:off x="6673215" y="3725037"/>
              <a:ext cx="1678305" cy="540385"/>
            </a:xfrm>
            <a:custGeom>
              <a:avLst/>
              <a:gdLst/>
              <a:ahLst/>
              <a:cxnLst/>
              <a:rect l="l" t="t" r="r" b="b"/>
              <a:pathLst>
                <a:path w="1678304" h="540385">
                  <a:moveTo>
                    <a:pt x="1587881" y="0"/>
                  </a:moveTo>
                  <a:lnTo>
                    <a:pt x="90043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3"/>
                  </a:lnTo>
                  <a:lnTo>
                    <a:pt x="0" y="450215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3" y="540258"/>
                  </a:lnTo>
                  <a:lnTo>
                    <a:pt x="1587881" y="540258"/>
                  </a:lnTo>
                  <a:lnTo>
                    <a:pt x="1622952" y="533189"/>
                  </a:lnTo>
                  <a:lnTo>
                    <a:pt x="1651571" y="513905"/>
                  </a:lnTo>
                  <a:lnTo>
                    <a:pt x="1670855" y="485286"/>
                  </a:lnTo>
                  <a:lnTo>
                    <a:pt x="1677924" y="450215"/>
                  </a:lnTo>
                  <a:lnTo>
                    <a:pt x="1677924" y="90043"/>
                  </a:lnTo>
                  <a:lnTo>
                    <a:pt x="1670855" y="54971"/>
                  </a:lnTo>
                  <a:lnTo>
                    <a:pt x="1651571" y="26352"/>
                  </a:lnTo>
                  <a:lnTo>
                    <a:pt x="1622952" y="7068"/>
                  </a:lnTo>
                  <a:lnTo>
                    <a:pt x="1587881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73215" y="3725037"/>
              <a:ext cx="1678305" cy="540385"/>
            </a:xfrm>
            <a:custGeom>
              <a:avLst/>
              <a:gdLst/>
              <a:ahLst/>
              <a:cxnLst/>
              <a:rect l="l" t="t" r="r" b="b"/>
              <a:pathLst>
                <a:path w="1678304" h="540385">
                  <a:moveTo>
                    <a:pt x="0" y="90043"/>
                  </a:moveTo>
                  <a:lnTo>
                    <a:pt x="7068" y="54971"/>
                  </a:lnTo>
                  <a:lnTo>
                    <a:pt x="26352" y="26352"/>
                  </a:lnTo>
                  <a:lnTo>
                    <a:pt x="54971" y="7068"/>
                  </a:lnTo>
                  <a:lnTo>
                    <a:pt x="90043" y="0"/>
                  </a:lnTo>
                  <a:lnTo>
                    <a:pt x="1587881" y="0"/>
                  </a:lnTo>
                  <a:lnTo>
                    <a:pt x="1622952" y="7068"/>
                  </a:lnTo>
                  <a:lnTo>
                    <a:pt x="1651571" y="26352"/>
                  </a:lnTo>
                  <a:lnTo>
                    <a:pt x="1670855" y="54971"/>
                  </a:lnTo>
                  <a:lnTo>
                    <a:pt x="1677924" y="90043"/>
                  </a:lnTo>
                  <a:lnTo>
                    <a:pt x="1677924" y="450215"/>
                  </a:lnTo>
                  <a:lnTo>
                    <a:pt x="1670855" y="485286"/>
                  </a:lnTo>
                  <a:lnTo>
                    <a:pt x="1651571" y="513905"/>
                  </a:lnTo>
                  <a:lnTo>
                    <a:pt x="1622952" y="533189"/>
                  </a:lnTo>
                  <a:lnTo>
                    <a:pt x="1587881" y="540258"/>
                  </a:lnTo>
                  <a:lnTo>
                    <a:pt x="90043" y="540258"/>
                  </a:lnTo>
                  <a:lnTo>
                    <a:pt x="54971" y="533189"/>
                  </a:lnTo>
                  <a:lnTo>
                    <a:pt x="26352" y="513905"/>
                  </a:lnTo>
                  <a:lnTo>
                    <a:pt x="7068" y="485286"/>
                  </a:lnTo>
                  <a:lnTo>
                    <a:pt x="0" y="450215"/>
                  </a:lnTo>
                  <a:lnTo>
                    <a:pt x="0" y="90043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73215" y="4291965"/>
              <a:ext cx="1678305" cy="540385"/>
            </a:xfrm>
            <a:custGeom>
              <a:avLst/>
              <a:gdLst/>
              <a:ahLst/>
              <a:cxnLst/>
              <a:rect l="l" t="t" r="r" b="b"/>
              <a:pathLst>
                <a:path w="1678304" h="540385">
                  <a:moveTo>
                    <a:pt x="1587881" y="0"/>
                  </a:moveTo>
                  <a:lnTo>
                    <a:pt x="90043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3"/>
                  </a:lnTo>
                  <a:lnTo>
                    <a:pt x="0" y="450215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3" y="540258"/>
                  </a:lnTo>
                  <a:lnTo>
                    <a:pt x="1587881" y="540258"/>
                  </a:lnTo>
                  <a:lnTo>
                    <a:pt x="1622952" y="533189"/>
                  </a:lnTo>
                  <a:lnTo>
                    <a:pt x="1651571" y="513905"/>
                  </a:lnTo>
                  <a:lnTo>
                    <a:pt x="1670855" y="485286"/>
                  </a:lnTo>
                  <a:lnTo>
                    <a:pt x="1677924" y="450215"/>
                  </a:lnTo>
                  <a:lnTo>
                    <a:pt x="1677924" y="90043"/>
                  </a:lnTo>
                  <a:lnTo>
                    <a:pt x="1670855" y="54971"/>
                  </a:lnTo>
                  <a:lnTo>
                    <a:pt x="1651571" y="26352"/>
                  </a:lnTo>
                  <a:lnTo>
                    <a:pt x="1622952" y="7068"/>
                  </a:lnTo>
                  <a:lnTo>
                    <a:pt x="1587881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73215" y="4291965"/>
              <a:ext cx="1678305" cy="540385"/>
            </a:xfrm>
            <a:custGeom>
              <a:avLst/>
              <a:gdLst/>
              <a:ahLst/>
              <a:cxnLst/>
              <a:rect l="l" t="t" r="r" b="b"/>
              <a:pathLst>
                <a:path w="1678304" h="540385">
                  <a:moveTo>
                    <a:pt x="0" y="90043"/>
                  </a:moveTo>
                  <a:lnTo>
                    <a:pt x="7068" y="54971"/>
                  </a:lnTo>
                  <a:lnTo>
                    <a:pt x="26352" y="26352"/>
                  </a:lnTo>
                  <a:lnTo>
                    <a:pt x="54971" y="7068"/>
                  </a:lnTo>
                  <a:lnTo>
                    <a:pt x="90043" y="0"/>
                  </a:lnTo>
                  <a:lnTo>
                    <a:pt x="1587881" y="0"/>
                  </a:lnTo>
                  <a:lnTo>
                    <a:pt x="1622952" y="7068"/>
                  </a:lnTo>
                  <a:lnTo>
                    <a:pt x="1651571" y="26352"/>
                  </a:lnTo>
                  <a:lnTo>
                    <a:pt x="1670855" y="54971"/>
                  </a:lnTo>
                  <a:lnTo>
                    <a:pt x="1677924" y="90043"/>
                  </a:lnTo>
                  <a:lnTo>
                    <a:pt x="1677924" y="450215"/>
                  </a:lnTo>
                  <a:lnTo>
                    <a:pt x="1670855" y="485286"/>
                  </a:lnTo>
                  <a:lnTo>
                    <a:pt x="1651571" y="513905"/>
                  </a:lnTo>
                  <a:lnTo>
                    <a:pt x="1622952" y="533189"/>
                  </a:lnTo>
                  <a:lnTo>
                    <a:pt x="1587881" y="540258"/>
                  </a:lnTo>
                  <a:lnTo>
                    <a:pt x="90043" y="540258"/>
                  </a:lnTo>
                  <a:lnTo>
                    <a:pt x="54971" y="533189"/>
                  </a:lnTo>
                  <a:lnTo>
                    <a:pt x="26352" y="513905"/>
                  </a:lnTo>
                  <a:lnTo>
                    <a:pt x="7068" y="485286"/>
                  </a:lnTo>
                  <a:lnTo>
                    <a:pt x="0" y="450215"/>
                  </a:lnTo>
                  <a:lnTo>
                    <a:pt x="0" y="90043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73215" y="4859655"/>
              <a:ext cx="1678305" cy="540385"/>
            </a:xfrm>
            <a:custGeom>
              <a:avLst/>
              <a:gdLst/>
              <a:ahLst/>
              <a:cxnLst/>
              <a:rect l="l" t="t" r="r" b="b"/>
              <a:pathLst>
                <a:path w="1678304" h="540385">
                  <a:moveTo>
                    <a:pt x="1587881" y="0"/>
                  </a:moveTo>
                  <a:lnTo>
                    <a:pt x="90043" y="0"/>
                  </a:lnTo>
                  <a:lnTo>
                    <a:pt x="54971" y="7068"/>
                  </a:lnTo>
                  <a:lnTo>
                    <a:pt x="26352" y="26352"/>
                  </a:lnTo>
                  <a:lnTo>
                    <a:pt x="7068" y="54971"/>
                  </a:lnTo>
                  <a:lnTo>
                    <a:pt x="0" y="90043"/>
                  </a:lnTo>
                  <a:lnTo>
                    <a:pt x="0" y="450215"/>
                  </a:lnTo>
                  <a:lnTo>
                    <a:pt x="7068" y="485286"/>
                  </a:lnTo>
                  <a:lnTo>
                    <a:pt x="26352" y="513905"/>
                  </a:lnTo>
                  <a:lnTo>
                    <a:pt x="54971" y="533189"/>
                  </a:lnTo>
                  <a:lnTo>
                    <a:pt x="90043" y="540258"/>
                  </a:lnTo>
                  <a:lnTo>
                    <a:pt x="1587881" y="540258"/>
                  </a:lnTo>
                  <a:lnTo>
                    <a:pt x="1622952" y="533189"/>
                  </a:lnTo>
                  <a:lnTo>
                    <a:pt x="1651571" y="513905"/>
                  </a:lnTo>
                  <a:lnTo>
                    <a:pt x="1670855" y="485286"/>
                  </a:lnTo>
                  <a:lnTo>
                    <a:pt x="1677924" y="450215"/>
                  </a:lnTo>
                  <a:lnTo>
                    <a:pt x="1677924" y="90043"/>
                  </a:lnTo>
                  <a:lnTo>
                    <a:pt x="1670855" y="54971"/>
                  </a:lnTo>
                  <a:lnTo>
                    <a:pt x="1651571" y="26352"/>
                  </a:lnTo>
                  <a:lnTo>
                    <a:pt x="1622952" y="7068"/>
                  </a:lnTo>
                  <a:lnTo>
                    <a:pt x="1587881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73215" y="4859655"/>
              <a:ext cx="1678305" cy="540385"/>
            </a:xfrm>
            <a:custGeom>
              <a:avLst/>
              <a:gdLst/>
              <a:ahLst/>
              <a:cxnLst/>
              <a:rect l="l" t="t" r="r" b="b"/>
              <a:pathLst>
                <a:path w="1678304" h="540385">
                  <a:moveTo>
                    <a:pt x="0" y="90043"/>
                  </a:moveTo>
                  <a:lnTo>
                    <a:pt x="7068" y="54971"/>
                  </a:lnTo>
                  <a:lnTo>
                    <a:pt x="26352" y="26352"/>
                  </a:lnTo>
                  <a:lnTo>
                    <a:pt x="54971" y="7068"/>
                  </a:lnTo>
                  <a:lnTo>
                    <a:pt x="90043" y="0"/>
                  </a:lnTo>
                  <a:lnTo>
                    <a:pt x="1587881" y="0"/>
                  </a:lnTo>
                  <a:lnTo>
                    <a:pt x="1622952" y="7068"/>
                  </a:lnTo>
                  <a:lnTo>
                    <a:pt x="1651571" y="26352"/>
                  </a:lnTo>
                  <a:lnTo>
                    <a:pt x="1670855" y="54971"/>
                  </a:lnTo>
                  <a:lnTo>
                    <a:pt x="1677924" y="90043"/>
                  </a:lnTo>
                  <a:lnTo>
                    <a:pt x="1677924" y="450215"/>
                  </a:lnTo>
                  <a:lnTo>
                    <a:pt x="1670855" y="485286"/>
                  </a:lnTo>
                  <a:lnTo>
                    <a:pt x="1651571" y="513905"/>
                  </a:lnTo>
                  <a:lnTo>
                    <a:pt x="1622952" y="533189"/>
                  </a:lnTo>
                  <a:lnTo>
                    <a:pt x="1587881" y="540258"/>
                  </a:lnTo>
                  <a:lnTo>
                    <a:pt x="90043" y="540258"/>
                  </a:lnTo>
                  <a:lnTo>
                    <a:pt x="54971" y="533189"/>
                  </a:lnTo>
                  <a:lnTo>
                    <a:pt x="26352" y="513905"/>
                  </a:lnTo>
                  <a:lnTo>
                    <a:pt x="7068" y="485286"/>
                  </a:lnTo>
                  <a:lnTo>
                    <a:pt x="0" y="450215"/>
                  </a:lnTo>
                  <a:lnTo>
                    <a:pt x="0" y="90043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933438" y="3872738"/>
            <a:ext cx="1157605" cy="135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solidFill>
                  <a:srgbClr val="FFFFFF"/>
                </a:solidFill>
                <a:latin typeface="Comic Sans MS"/>
                <a:cs typeface="Comic Sans MS"/>
              </a:rPr>
              <a:t>Remote</a:t>
            </a:r>
            <a:r>
              <a:rPr sz="1300" spc="-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Comic Sans MS"/>
                <a:cs typeface="Comic Sans MS"/>
              </a:rPr>
              <a:t>access</a:t>
            </a:r>
            <a:endParaRPr sz="1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Comic Sans MS"/>
              <a:cs typeface="Comic Sans MS"/>
            </a:endParaRPr>
          </a:p>
          <a:p>
            <a:pPr marL="105410" marR="96520" indent="-1270" algn="ctr">
              <a:lnSpc>
                <a:spcPct val="104200"/>
              </a:lnSpc>
            </a:pPr>
            <a:r>
              <a:rPr sz="1300" spc="-5" dirty="0">
                <a:solidFill>
                  <a:srgbClr val="FFFFFF"/>
                </a:solidFill>
                <a:latin typeface="Comic Sans MS"/>
                <a:cs typeface="Comic Sans MS"/>
              </a:rPr>
              <a:t>Quality </a:t>
            </a:r>
            <a:r>
              <a:rPr sz="1300" dirty="0">
                <a:solidFill>
                  <a:srgbClr val="FFFFFF"/>
                </a:solidFill>
                <a:latin typeface="Comic Sans MS"/>
                <a:cs typeface="Comic Sans MS"/>
              </a:rPr>
              <a:t> management</a:t>
            </a:r>
            <a:endParaRPr sz="1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Comic Sans MS"/>
              <a:cs typeface="Comic Sans MS"/>
            </a:endParaRPr>
          </a:p>
          <a:p>
            <a:pPr marL="1270" algn="ctr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Comic Sans MS"/>
                <a:cs typeface="Comic Sans MS"/>
              </a:rPr>
              <a:t>Collaboration</a:t>
            </a:r>
            <a:endParaRPr sz="1300">
              <a:latin typeface="Comic Sans MS"/>
              <a:cs typeface="Comic Sans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2647950"/>
            <a:ext cx="5882640" cy="373380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793480" y="6601705"/>
            <a:ext cx="19939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sz="16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3</a:t>
            </a:fld>
            <a:endParaRPr sz="1650">
              <a:latin typeface="Franklin Gothic Medium"/>
              <a:cs typeface="Franklin Gothic Medium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87350"/>
            <a:ext cx="8432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FORKING</a:t>
            </a:r>
            <a:r>
              <a:rPr spc="-10" dirty="0"/>
              <a:t> </a:t>
            </a:r>
            <a:r>
              <a:rPr spc="-5" dirty="0"/>
              <a:t>AND</a:t>
            </a:r>
            <a:r>
              <a:rPr spc="-30" dirty="0"/>
              <a:t> </a:t>
            </a:r>
            <a:r>
              <a:rPr spc="-5" dirty="0"/>
              <a:t>OTHER</a:t>
            </a:r>
            <a:r>
              <a:rPr spc="-15" dirty="0"/>
              <a:t> </a:t>
            </a:r>
            <a:r>
              <a:rPr spc="-5" dirty="0"/>
              <a:t>OPERATIONS</a:t>
            </a:r>
            <a:r>
              <a:rPr spc="-20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GITHUB</a:t>
            </a:r>
            <a:r>
              <a:rPr spc="-15" dirty="0"/>
              <a:t> </a:t>
            </a:r>
            <a:r>
              <a:rPr dirty="0"/>
              <a:t>1-2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338" y="970661"/>
            <a:ext cx="4674870" cy="1564640"/>
            <a:chOff x="299338" y="970661"/>
            <a:chExt cx="4674870" cy="1564640"/>
          </a:xfrm>
        </p:grpSpPr>
        <p:sp>
          <p:nvSpPr>
            <p:cNvPr id="4" name="object 4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3879341" y="0"/>
                  </a:moveTo>
                  <a:lnTo>
                    <a:pt x="0" y="0"/>
                  </a:lnTo>
                  <a:lnTo>
                    <a:pt x="0" y="1539240"/>
                  </a:lnTo>
                  <a:lnTo>
                    <a:pt x="3879341" y="1539240"/>
                  </a:lnTo>
                  <a:lnTo>
                    <a:pt x="4648962" y="769620"/>
                  </a:lnTo>
                  <a:lnTo>
                    <a:pt x="3879341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0" y="0"/>
                  </a:moveTo>
                  <a:lnTo>
                    <a:pt x="3879341" y="0"/>
                  </a:lnTo>
                  <a:lnTo>
                    <a:pt x="4648962" y="769620"/>
                  </a:lnTo>
                  <a:lnTo>
                    <a:pt x="3879341" y="1539240"/>
                  </a:lnTo>
                  <a:lnTo>
                    <a:pt x="0" y="153924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85900" y="1389379"/>
            <a:ext cx="1987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Process</a:t>
            </a:r>
            <a:r>
              <a:rPr sz="1800" spc="-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forking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4884" y="970788"/>
            <a:ext cx="4674870" cy="1564640"/>
            <a:chOff x="4024884" y="970788"/>
            <a:chExt cx="4674870" cy="1564640"/>
          </a:xfrm>
        </p:grpSpPr>
        <p:sp>
          <p:nvSpPr>
            <p:cNvPr id="8" name="object 8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3880104" y="0"/>
                  </a:moveTo>
                  <a:lnTo>
                    <a:pt x="0" y="0"/>
                  </a:lnTo>
                  <a:lnTo>
                    <a:pt x="769620" y="769620"/>
                  </a:lnTo>
                  <a:lnTo>
                    <a:pt x="0" y="1539240"/>
                  </a:lnTo>
                  <a:lnTo>
                    <a:pt x="3880104" y="1539240"/>
                  </a:lnTo>
                  <a:lnTo>
                    <a:pt x="4649724" y="769620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0" y="0"/>
                  </a:moveTo>
                  <a:lnTo>
                    <a:pt x="3880104" y="0"/>
                  </a:lnTo>
                  <a:lnTo>
                    <a:pt x="4649724" y="769620"/>
                  </a:lnTo>
                  <a:lnTo>
                    <a:pt x="3880104" y="1539240"/>
                  </a:lnTo>
                  <a:lnTo>
                    <a:pt x="0" y="1539240"/>
                  </a:lnTo>
                  <a:lnTo>
                    <a:pt x="769620" y="76962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34788" y="1588261"/>
            <a:ext cx="270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Basic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sequence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forking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81273" y="6057900"/>
            <a:ext cx="321627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5" dirty="0">
                <a:latin typeface="Comic Sans MS"/>
                <a:cs typeface="Comic Sans MS"/>
              </a:rPr>
              <a:t>Forking</a:t>
            </a:r>
            <a:r>
              <a:rPr sz="1700" b="1" dirty="0">
                <a:latin typeface="Comic Sans MS"/>
                <a:cs typeface="Comic Sans MS"/>
              </a:rPr>
              <a:t> </a:t>
            </a:r>
            <a:r>
              <a:rPr sz="1700" b="1" spc="-5" dirty="0">
                <a:latin typeface="Comic Sans MS"/>
                <a:cs typeface="Comic Sans MS"/>
              </a:rPr>
              <a:t>the</a:t>
            </a:r>
            <a:r>
              <a:rPr sz="1700" b="1" spc="10" dirty="0">
                <a:latin typeface="Comic Sans MS"/>
                <a:cs typeface="Comic Sans MS"/>
              </a:rPr>
              <a:t> </a:t>
            </a:r>
            <a:r>
              <a:rPr sz="1700" b="1" spc="-5" dirty="0">
                <a:latin typeface="Comic Sans MS"/>
                <a:cs typeface="Comic Sans MS"/>
              </a:rPr>
              <a:t>public</a:t>
            </a:r>
            <a:r>
              <a:rPr sz="1700" b="1" spc="5" dirty="0">
                <a:latin typeface="Comic Sans MS"/>
                <a:cs typeface="Comic Sans MS"/>
              </a:rPr>
              <a:t> </a:t>
            </a:r>
            <a:r>
              <a:rPr sz="1700" b="1" spc="-10" dirty="0">
                <a:latin typeface="Comic Sans MS"/>
                <a:cs typeface="Comic Sans MS"/>
              </a:rPr>
              <a:t>repositories</a:t>
            </a:r>
            <a:endParaRPr sz="1700">
              <a:latin typeface="Comic Sans MS"/>
              <a:cs typeface="Comic Sans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70527" y="2737739"/>
            <a:ext cx="2751455" cy="708660"/>
            <a:chOff x="4470527" y="2737739"/>
            <a:chExt cx="2751455" cy="708660"/>
          </a:xfrm>
        </p:grpSpPr>
        <p:sp>
          <p:nvSpPr>
            <p:cNvPr id="13" name="object 13"/>
            <p:cNvSpPr/>
            <p:nvPr/>
          </p:nvSpPr>
          <p:spPr>
            <a:xfrm>
              <a:off x="4483227" y="2750439"/>
              <a:ext cx="2726055" cy="683260"/>
            </a:xfrm>
            <a:custGeom>
              <a:avLst/>
              <a:gdLst/>
              <a:ahLst/>
              <a:cxnLst/>
              <a:rect l="l" t="t" r="r" b="b"/>
              <a:pathLst>
                <a:path w="2726054" h="683260">
                  <a:moveTo>
                    <a:pt x="2611882" y="0"/>
                  </a:moveTo>
                  <a:lnTo>
                    <a:pt x="113792" y="0"/>
                  </a:lnTo>
                  <a:lnTo>
                    <a:pt x="69490" y="8939"/>
                  </a:lnTo>
                  <a:lnTo>
                    <a:pt x="33321" y="33321"/>
                  </a:lnTo>
                  <a:lnTo>
                    <a:pt x="8939" y="69490"/>
                  </a:lnTo>
                  <a:lnTo>
                    <a:pt x="0" y="113791"/>
                  </a:lnTo>
                  <a:lnTo>
                    <a:pt x="0" y="568959"/>
                  </a:lnTo>
                  <a:lnTo>
                    <a:pt x="8939" y="613261"/>
                  </a:lnTo>
                  <a:lnTo>
                    <a:pt x="33321" y="649430"/>
                  </a:lnTo>
                  <a:lnTo>
                    <a:pt x="69490" y="673812"/>
                  </a:lnTo>
                  <a:lnTo>
                    <a:pt x="113792" y="682751"/>
                  </a:lnTo>
                  <a:lnTo>
                    <a:pt x="2611882" y="682751"/>
                  </a:lnTo>
                  <a:lnTo>
                    <a:pt x="2656183" y="673812"/>
                  </a:lnTo>
                  <a:lnTo>
                    <a:pt x="2692352" y="649430"/>
                  </a:lnTo>
                  <a:lnTo>
                    <a:pt x="2716734" y="613261"/>
                  </a:lnTo>
                  <a:lnTo>
                    <a:pt x="2725674" y="568959"/>
                  </a:lnTo>
                  <a:lnTo>
                    <a:pt x="2725674" y="113791"/>
                  </a:lnTo>
                  <a:lnTo>
                    <a:pt x="2716734" y="69490"/>
                  </a:lnTo>
                  <a:lnTo>
                    <a:pt x="2692352" y="33321"/>
                  </a:lnTo>
                  <a:lnTo>
                    <a:pt x="2656183" y="8939"/>
                  </a:lnTo>
                  <a:lnTo>
                    <a:pt x="2611882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83227" y="2750439"/>
              <a:ext cx="2726055" cy="683260"/>
            </a:xfrm>
            <a:custGeom>
              <a:avLst/>
              <a:gdLst/>
              <a:ahLst/>
              <a:cxnLst/>
              <a:rect l="l" t="t" r="r" b="b"/>
              <a:pathLst>
                <a:path w="2726054" h="683260">
                  <a:moveTo>
                    <a:pt x="0" y="113791"/>
                  </a:moveTo>
                  <a:lnTo>
                    <a:pt x="8939" y="69490"/>
                  </a:lnTo>
                  <a:lnTo>
                    <a:pt x="33321" y="33321"/>
                  </a:lnTo>
                  <a:lnTo>
                    <a:pt x="69490" y="8939"/>
                  </a:lnTo>
                  <a:lnTo>
                    <a:pt x="113792" y="0"/>
                  </a:lnTo>
                  <a:lnTo>
                    <a:pt x="2611882" y="0"/>
                  </a:lnTo>
                  <a:lnTo>
                    <a:pt x="2656183" y="8939"/>
                  </a:lnTo>
                  <a:lnTo>
                    <a:pt x="2692352" y="33321"/>
                  </a:lnTo>
                  <a:lnTo>
                    <a:pt x="2716734" y="69490"/>
                  </a:lnTo>
                  <a:lnTo>
                    <a:pt x="2725674" y="113791"/>
                  </a:lnTo>
                  <a:lnTo>
                    <a:pt x="2725674" y="568959"/>
                  </a:lnTo>
                  <a:lnTo>
                    <a:pt x="2716734" y="613261"/>
                  </a:lnTo>
                  <a:lnTo>
                    <a:pt x="2692352" y="649430"/>
                  </a:lnTo>
                  <a:lnTo>
                    <a:pt x="2656183" y="673812"/>
                  </a:lnTo>
                  <a:lnTo>
                    <a:pt x="2611882" y="682751"/>
                  </a:lnTo>
                  <a:lnTo>
                    <a:pt x="113792" y="682751"/>
                  </a:lnTo>
                  <a:lnTo>
                    <a:pt x="69490" y="673812"/>
                  </a:lnTo>
                  <a:lnTo>
                    <a:pt x="33321" y="649430"/>
                  </a:lnTo>
                  <a:lnTo>
                    <a:pt x="8939" y="613261"/>
                  </a:lnTo>
                  <a:lnTo>
                    <a:pt x="0" y="568959"/>
                  </a:lnTo>
                  <a:lnTo>
                    <a:pt x="0" y="113791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564888" y="2944113"/>
            <a:ext cx="24669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Login</a:t>
            </a:r>
            <a:r>
              <a:rPr sz="16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into</a:t>
            </a:r>
            <a:r>
              <a:rPr sz="16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GitHub</a:t>
            </a:r>
            <a:r>
              <a:rPr sz="16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account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70527" y="3454780"/>
            <a:ext cx="3140075" cy="707390"/>
            <a:chOff x="4470527" y="3454780"/>
            <a:chExt cx="3140075" cy="707390"/>
          </a:xfrm>
        </p:grpSpPr>
        <p:sp>
          <p:nvSpPr>
            <p:cNvPr id="17" name="object 17"/>
            <p:cNvSpPr/>
            <p:nvPr/>
          </p:nvSpPr>
          <p:spPr>
            <a:xfrm>
              <a:off x="4483227" y="3467480"/>
              <a:ext cx="3114675" cy="681990"/>
            </a:xfrm>
            <a:custGeom>
              <a:avLst/>
              <a:gdLst/>
              <a:ahLst/>
              <a:cxnLst/>
              <a:rect l="l" t="t" r="r" b="b"/>
              <a:pathLst>
                <a:path w="3114675" h="681989">
                  <a:moveTo>
                    <a:pt x="3000629" y="0"/>
                  </a:moveTo>
                  <a:lnTo>
                    <a:pt x="113664" y="0"/>
                  </a:lnTo>
                  <a:lnTo>
                    <a:pt x="69437" y="8937"/>
                  </a:lnTo>
                  <a:lnTo>
                    <a:pt x="33305" y="33305"/>
                  </a:lnTo>
                  <a:lnTo>
                    <a:pt x="8937" y="69437"/>
                  </a:lnTo>
                  <a:lnTo>
                    <a:pt x="0" y="113664"/>
                  </a:lnTo>
                  <a:lnTo>
                    <a:pt x="0" y="568324"/>
                  </a:lnTo>
                  <a:lnTo>
                    <a:pt x="8937" y="612552"/>
                  </a:lnTo>
                  <a:lnTo>
                    <a:pt x="33305" y="648684"/>
                  </a:lnTo>
                  <a:lnTo>
                    <a:pt x="69437" y="673052"/>
                  </a:lnTo>
                  <a:lnTo>
                    <a:pt x="113664" y="681989"/>
                  </a:lnTo>
                  <a:lnTo>
                    <a:pt x="3000629" y="681989"/>
                  </a:lnTo>
                  <a:lnTo>
                    <a:pt x="3044856" y="673052"/>
                  </a:lnTo>
                  <a:lnTo>
                    <a:pt x="3080988" y="648684"/>
                  </a:lnTo>
                  <a:lnTo>
                    <a:pt x="3105356" y="612552"/>
                  </a:lnTo>
                  <a:lnTo>
                    <a:pt x="3114294" y="568324"/>
                  </a:lnTo>
                  <a:lnTo>
                    <a:pt x="3114294" y="113664"/>
                  </a:lnTo>
                  <a:lnTo>
                    <a:pt x="3105356" y="69437"/>
                  </a:lnTo>
                  <a:lnTo>
                    <a:pt x="3080988" y="33305"/>
                  </a:lnTo>
                  <a:lnTo>
                    <a:pt x="3044856" y="8937"/>
                  </a:lnTo>
                  <a:lnTo>
                    <a:pt x="3000629" y="0"/>
                  </a:lnTo>
                  <a:close/>
                </a:path>
              </a:pathLst>
            </a:custGeom>
            <a:solidFill>
              <a:srgbClr val="A18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83227" y="3467480"/>
              <a:ext cx="3114675" cy="681990"/>
            </a:xfrm>
            <a:custGeom>
              <a:avLst/>
              <a:gdLst/>
              <a:ahLst/>
              <a:cxnLst/>
              <a:rect l="l" t="t" r="r" b="b"/>
              <a:pathLst>
                <a:path w="3114675" h="681989">
                  <a:moveTo>
                    <a:pt x="0" y="113664"/>
                  </a:moveTo>
                  <a:lnTo>
                    <a:pt x="8937" y="69437"/>
                  </a:lnTo>
                  <a:lnTo>
                    <a:pt x="33305" y="33305"/>
                  </a:lnTo>
                  <a:lnTo>
                    <a:pt x="69437" y="8937"/>
                  </a:lnTo>
                  <a:lnTo>
                    <a:pt x="113664" y="0"/>
                  </a:lnTo>
                  <a:lnTo>
                    <a:pt x="3000629" y="0"/>
                  </a:lnTo>
                  <a:lnTo>
                    <a:pt x="3044856" y="8937"/>
                  </a:lnTo>
                  <a:lnTo>
                    <a:pt x="3080988" y="33305"/>
                  </a:lnTo>
                  <a:lnTo>
                    <a:pt x="3105356" y="69437"/>
                  </a:lnTo>
                  <a:lnTo>
                    <a:pt x="3114294" y="113664"/>
                  </a:lnTo>
                  <a:lnTo>
                    <a:pt x="3114294" y="568324"/>
                  </a:lnTo>
                  <a:lnTo>
                    <a:pt x="3105356" y="612552"/>
                  </a:lnTo>
                  <a:lnTo>
                    <a:pt x="3080988" y="648684"/>
                  </a:lnTo>
                  <a:lnTo>
                    <a:pt x="3044856" y="673052"/>
                  </a:lnTo>
                  <a:lnTo>
                    <a:pt x="3000629" y="681989"/>
                  </a:lnTo>
                  <a:lnTo>
                    <a:pt x="113664" y="681989"/>
                  </a:lnTo>
                  <a:lnTo>
                    <a:pt x="69437" y="673052"/>
                  </a:lnTo>
                  <a:lnTo>
                    <a:pt x="33305" y="648684"/>
                  </a:lnTo>
                  <a:lnTo>
                    <a:pt x="8937" y="612552"/>
                  </a:lnTo>
                  <a:lnTo>
                    <a:pt x="0" y="568324"/>
                  </a:lnTo>
                  <a:lnTo>
                    <a:pt x="0" y="11366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64888" y="3533140"/>
            <a:ext cx="2899410" cy="52451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4400"/>
              </a:lnSpc>
              <a:spcBef>
                <a:spcPts val="15"/>
              </a:spcBef>
            </a:pP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Select </a:t>
            </a: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existing </a:t>
            </a: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repository </a:t>
            </a: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and </a:t>
            </a:r>
            <a:r>
              <a:rPr sz="1600" spc="-46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click</a:t>
            </a:r>
            <a:r>
              <a:rPr sz="1600" spc="-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Fork</a:t>
            </a:r>
            <a:r>
              <a:rPr sz="16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symbol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70527" y="4171060"/>
            <a:ext cx="3513454" cy="707390"/>
            <a:chOff x="4470527" y="4171060"/>
            <a:chExt cx="3513454" cy="707390"/>
          </a:xfrm>
        </p:grpSpPr>
        <p:sp>
          <p:nvSpPr>
            <p:cNvPr id="21" name="object 21"/>
            <p:cNvSpPr/>
            <p:nvPr/>
          </p:nvSpPr>
          <p:spPr>
            <a:xfrm>
              <a:off x="4483227" y="4183760"/>
              <a:ext cx="3488054" cy="681990"/>
            </a:xfrm>
            <a:custGeom>
              <a:avLst/>
              <a:gdLst/>
              <a:ahLst/>
              <a:cxnLst/>
              <a:rect l="l" t="t" r="r" b="b"/>
              <a:pathLst>
                <a:path w="3488054" h="681989">
                  <a:moveTo>
                    <a:pt x="3374009" y="0"/>
                  </a:moveTo>
                  <a:lnTo>
                    <a:pt x="113664" y="0"/>
                  </a:lnTo>
                  <a:lnTo>
                    <a:pt x="69437" y="8937"/>
                  </a:lnTo>
                  <a:lnTo>
                    <a:pt x="33305" y="33305"/>
                  </a:lnTo>
                  <a:lnTo>
                    <a:pt x="8937" y="69437"/>
                  </a:lnTo>
                  <a:lnTo>
                    <a:pt x="0" y="113664"/>
                  </a:lnTo>
                  <a:lnTo>
                    <a:pt x="0" y="568324"/>
                  </a:lnTo>
                  <a:lnTo>
                    <a:pt x="8937" y="612552"/>
                  </a:lnTo>
                  <a:lnTo>
                    <a:pt x="33305" y="648684"/>
                  </a:lnTo>
                  <a:lnTo>
                    <a:pt x="69437" y="673052"/>
                  </a:lnTo>
                  <a:lnTo>
                    <a:pt x="113664" y="681989"/>
                  </a:lnTo>
                  <a:lnTo>
                    <a:pt x="3374009" y="681989"/>
                  </a:lnTo>
                  <a:lnTo>
                    <a:pt x="3418236" y="673052"/>
                  </a:lnTo>
                  <a:lnTo>
                    <a:pt x="3454368" y="648684"/>
                  </a:lnTo>
                  <a:lnTo>
                    <a:pt x="3478736" y="612552"/>
                  </a:lnTo>
                  <a:lnTo>
                    <a:pt x="3487674" y="568324"/>
                  </a:lnTo>
                  <a:lnTo>
                    <a:pt x="3487674" y="113664"/>
                  </a:lnTo>
                  <a:lnTo>
                    <a:pt x="3478736" y="69437"/>
                  </a:lnTo>
                  <a:lnTo>
                    <a:pt x="3454368" y="33305"/>
                  </a:lnTo>
                  <a:lnTo>
                    <a:pt x="3418236" y="8937"/>
                  </a:lnTo>
                  <a:lnTo>
                    <a:pt x="3374009" y="0"/>
                  </a:lnTo>
                  <a:close/>
                </a:path>
              </a:pathLst>
            </a:custGeom>
            <a:solidFill>
              <a:srgbClr val="946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83227" y="4183760"/>
              <a:ext cx="3488054" cy="681990"/>
            </a:xfrm>
            <a:custGeom>
              <a:avLst/>
              <a:gdLst/>
              <a:ahLst/>
              <a:cxnLst/>
              <a:rect l="l" t="t" r="r" b="b"/>
              <a:pathLst>
                <a:path w="3488054" h="681989">
                  <a:moveTo>
                    <a:pt x="0" y="113664"/>
                  </a:moveTo>
                  <a:lnTo>
                    <a:pt x="8937" y="69437"/>
                  </a:lnTo>
                  <a:lnTo>
                    <a:pt x="33305" y="33305"/>
                  </a:lnTo>
                  <a:lnTo>
                    <a:pt x="69437" y="8937"/>
                  </a:lnTo>
                  <a:lnTo>
                    <a:pt x="113664" y="0"/>
                  </a:lnTo>
                  <a:lnTo>
                    <a:pt x="3374009" y="0"/>
                  </a:lnTo>
                  <a:lnTo>
                    <a:pt x="3418236" y="8937"/>
                  </a:lnTo>
                  <a:lnTo>
                    <a:pt x="3454368" y="33305"/>
                  </a:lnTo>
                  <a:lnTo>
                    <a:pt x="3478736" y="69437"/>
                  </a:lnTo>
                  <a:lnTo>
                    <a:pt x="3487674" y="113664"/>
                  </a:lnTo>
                  <a:lnTo>
                    <a:pt x="3487674" y="568324"/>
                  </a:lnTo>
                  <a:lnTo>
                    <a:pt x="3478736" y="612552"/>
                  </a:lnTo>
                  <a:lnTo>
                    <a:pt x="3454368" y="648684"/>
                  </a:lnTo>
                  <a:lnTo>
                    <a:pt x="3418236" y="673052"/>
                  </a:lnTo>
                  <a:lnTo>
                    <a:pt x="3374009" y="681989"/>
                  </a:lnTo>
                  <a:lnTo>
                    <a:pt x="113664" y="681989"/>
                  </a:lnTo>
                  <a:lnTo>
                    <a:pt x="69437" y="673052"/>
                  </a:lnTo>
                  <a:lnTo>
                    <a:pt x="33305" y="648684"/>
                  </a:lnTo>
                  <a:lnTo>
                    <a:pt x="8937" y="612552"/>
                  </a:lnTo>
                  <a:lnTo>
                    <a:pt x="0" y="568324"/>
                  </a:lnTo>
                  <a:lnTo>
                    <a:pt x="0" y="113664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564888" y="4377182"/>
            <a:ext cx="27673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Use</a:t>
            </a:r>
            <a:r>
              <a:rPr sz="16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‘Commit’</a:t>
            </a:r>
            <a:r>
              <a:rPr sz="16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to</a:t>
            </a:r>
            <a:r>
              <a:rPr sz="16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save</a:t>
            </a:r>
            <a:r>
              <a:rPr sz="16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changes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470653" y="4887467"/>
            <a:ext cx="4183379" cy="708025"/>
            <a:chOff x="4470653" y="4887467"/>
            <a:chExt cx="4183379" cy="708025"/>
          </a:xfrm>
        </p:grpSpPr>
        <p:sp>
          <p:nvSpPr>
            <p:cNvPr id="25" name="object 25"/>
            <p:cNvSpPr/>
            <p:nvPr/>
          </p:nvSpPr>
          <p:spPr>
            <a:xfrm>
              <a:off x="4483226" y="4900040"/>
              <a:ext cx="4158615" cy="683260"/>
            </a:xfrm>
            <a:custGeom>
              <a:avLst/>
              <a:gdLst/>
              <a:ahLst/>
              <a:cxnLst/>
              <a:rect l="l" t="t" r="r" b="b"/>
              <a:pathLst>
                <a:path w="4158615" h="683260">
                  <a:moveTo>
                    <a:pt x="4044441" y="0"/>
                  </a:moveTo>
                  <a:lnTo>
                    <a:pt x="113792" y="0"/>
                  </a:lnTo>
                  <a:lnTo>
                    <a:pt x="69490" y="8939"/>
                  </a:lnTo>
                  <a:lnTo>
                    <a:pt x="33321" y="33321"/>
                  </a:lnTo>
                  <a:lnTo>
                    <a:pt x="8939" y="69490"/>
                  </a:lnTo>
                  <a:lnTo>
                    <a:pt x="0" y="113792"/>
                  </a:lnTo>
                  <a:lnTo>
                    <a:pt x="0" y="568960"/>
                  </a:lnTo>
                  <a:lnTo>
                    <a:pt x="8939" y="613261"/>
                  </a:lnTo>
                  <a:lnTo>
                    <a:pt x="33321" y="649430"/>
                  </a:lnTo>
                  <a:lnTo>
                    <a:pt x="69490" y="673812"/>
                  </a:lnTo>
                  <a:lnTo>
                    <a:pt x="113792" y="682752"/>
                  </a:lnTo>
                  <a:lnTo>
                    <a:pt x="4044441" y="682752"/>
                  </a:lnTo>
                  <a:lnTo>
                    <a:pt x="4088743" y="673812"/>
                  </a:lnTo>
                  <a:lnTo>
                    <a:pt x="4124912" y="649430"/>
                  </a:lnTo>
                  <a:lnTo>
                    <a:pt x="4149294" y="613261"/>
                  </a:lnTo>
                  <a:lnTo>
                    <a:pt x="4158234" y="568960"/>
                  </a:lnTo>
                  <a:lnTo>
                    <a:pt x="4158234" y="113792"/>
                  </a:lnTo>
                  <a:lnTo>
                    <a:pt x="4149294" y="69490"/>
                  </a:lnTo>
                  <a:lnTo>
                    <a:pt x="4124912" y="33321"/>
                  </a:lnTo>
                  <a:lnTo>
                    <a:pt x="4088743" y="8939"/>
                  </a:lnTo>
                  <a:lnTo>
                    <a:pt x="4044441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83226" y="4900040"/>
              <a:ext cx="4158615" cy="683260"/>
            </a:xfrm>
            <a:custGeom>
              <a:avLst/>
              <a:gdLst/>
              <a:ahLst/>
              <a:cxnLst/>
              <a:rect l="l" t="t" r="r" b="b"/>
              <a:pathLst>
                <a:path w="4158615" h="683260">
                  <a:moveTo>
                    <a:pt x="0" y="113792"/>
                  </a:moveTo>
                  <a:lnTo>
                    <a:pt x="8939" y="69490"/>
                  </a:lnTo>
                  <a:lnTo>
                    <a:pt x="33321" y="33321"/>
                  </a:lnTo>
                  <a:lnTo>
                    <a:pt x="69490" y="8939"/>
                  </a:lnTo>
                  <a:lnTo>
                    <a:pt x="113792" y="0"/>
                  </a:lnTo>
                  <a:lnTo>
                    <a:pt x="4044441" y="0"/>
                  </a:lnTo>
                  <a:lnTo>
                    <a:pt x="4088743" y="8939"/>
                  </a:lnTo>
                  <a:lnTo>
                    <a:pt x="4124912" y="33321"/>
                  </a:lnTo>
                  <a:lnTo>
                    <a:pt x="4149294" y="69490"/>
                  </a:lnTo>
                  <a:lnTo>
                    <a:pt x="4158234" y="113792"/>
                  </a:lnTo>
                  <a:lnTo>
                    <a:pt x="4158234" y="568960"/>
                  </a:lnTo>
                  <a:lnTo>
                    <a:pt x="4149294" y="613261"/>
                  </a:lnTo>
                  <a:lnTo>
                    <a:pt x="4124912" y="649430"/>
                  </a:lnTo>
                  <a:lnTo>
                    <a:pt x="4088743" y="673812"/>
                  </a:lnTo>
                  <a:lnTo>
                    <a:pt x="4044441" y="682752"/>
                  </a:lnTo>
                  <a:lnTo>
                    <a:pt x="113792" y="682752"/>
                  </a:lnTo>
                  <a:lnTo>
                    <a:pt x="69490" y="673812"/>
                  </a:lnTo>
                  <a:lnTo>
                    <a:pt x="33321" y="649430"/>
                  </a:lnTo>
                  <a:lnTo>
                    <a:pt x="8939" y="613261"/>
                  </a:lnTo>
                  <a:lnTo>
                    <a:pt x="0" y="568960"/>
                  </a:lnTo>
                  <a:lnTo>
                    <a:pt x="0" y="113792"/>
                  </a:lnTo>
                  <a:close/>
                </a:path>
              </a:pathLst>
            </a:custGeom>
            <a:ln w="25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564888" y="5093715"/>
            <a:ext cx="36715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Merge</a:t>
            </a:r>
            <a:r>
              <a:rPr sz="16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changes</a:t>
            </a:r>
            <a:r>
              <a:rPr sz="16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into</a:t>
            </a:r>
            <a:r>
              <a:rPr sz="16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FFFFFF"/>
                </a:solidFill>
                <a:latin typeface="Comic Sans MS"/>
                <a:cs typeface="Comic Sans MS"/>
              </a:rPr>
              <a:t>original</a:t>
            </a:r>
            <a:r>
              <a:rPr sz="16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repository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67333" y="2877311"/>
            <a:ext cx="2750820" cy="2317750"/>
            <a:chOff x="767333" y="2877311"/>
            <a:chExt cx="2750820" cy="2317750"/>
          </a:xfrm>
        </p:grpSpPr>
        <p:sp>
          <p:nvSpPr>
            <p:cNvPr id="29" name="object 29"/>
            <p:cNvSpPr/>
            <p:nvPr/>
          </p:nvSpPr>
          <p:spPr>
            <a:xfrm>
              <a:off x="779906" y="2889884"/>
              <a:ext cx="2726055" cy="2292350"/>
            </a:xfrm>
            <a:custGeom>
              <a:avLst/>
              <a:gdLst/>
              <a:ahLst/>
              <a:cxnLst/>
              <a:rect l="l" t="t" r="r" b="b"/>
              <a:pathLst>
                <a:path w="2726054" h="2292350">
                  <a:moveTo>
                    <a:pt x="2343658" y="0"/>
                  </a:moveTo>
                  <a:lnTo>
                    <a:pt x="382028" y="0"/>
                  </a:lnTo>
                  <a:lnTo>
                    <a:pt x="334108" y="2977"/>
                  </a:lnTo>
                  <a:lnTo>
                    <a:pt x="287964" y="11669"/>
                  </a:lnTo>
                  <a:lnTo>
                    <a:pt x="243954" y="25718"/>
                  </a:lnTo>
                  <a:lnTo>
                    <a:pt x="202436" y="44765"/>
                  </a:lnTo>
                  <a:lnTo>
                    <a:pt x="163769" y="68453"/>
                  </a:lnTo>
                  <a:lnTo>
                    <a:pt x="128309" y="96424"/>
                  </a:lnTo>
                  <a:lnTo>
                    <a:pt x="96416" y="128317"/>
                  </a:lnTo>
                  <a:lnTo>
                    <a:pt x="68447" y="163777"/>
                  </a:lnTo>
                  <a:lnTo>
                    <a:pt x="44761" y="202443"/>
                  </a:lnTo>
                  <a:lnTo>
                    <a:pt x="25715" y="243959"/>
                  </a:lnTo>
                  <a:lnTo>
                    <a:pt x="11667" y="287965"/>
                  </a:lnTo>
                  <a:lnTo>
                    <a:pt x="2976" y="334103"/>
                  </a:lnTo>
                  <a:lnTo>
                    <a:pt x="0" y="382015"/>
                  </a:lnTo>
                  <a:lnTo>
                    <a:pt x="0" y="1910079"/>
                  </a:lnTo>
                  <a:lnTo>
                    <a:pt x="2976" y="1957992"/>
                  </a:lnTo>
                  <a:lnTo>
                    <a:pt x="11667" y="2004130"/>
                  </a:lnTo>
                  <a:lnTo>
                    <a:pt x="25715" y="2048136"/>
                  </a:lnTo>
                  <a:lnTo>
                    <a:pt x="44761" y="2089652"/>
                  </a:lnTo>
                  <a:lnTo>
                    <a:pt x="68447" y="2128318"/>
                  </a:lnTo>
                  <a:lnTo>
                    <a:pt x="96416" y="2163778"/>
                  </a:lnTo>
                  <a:lnTo>
                    <a:pt x="128309" y="2195671"/>
                  </a:lnTo>
                  <a:lnTo>
                    <a:pt x="163769" y="2223642"/>
                  </a:lnTo>
                  <a:lnTo>
                    <a:pt x="202436" y="2247330"/>
                  </a:lnTo>
                  <a:lnTo>
                    <a:pt x="243954" y="2266377"/>
                  </a:lnTo>
                  <a:lnTo>
                    <a:pt x="287964" y="2280426"/>
                  </a:lnTo>
                  <a:lnTo>
                    <a:pt x="334108" y="2289118"/>
                  </a:lnTo>
                  <a:lnTo>
                    <a:pt x="382028" y="2292096"/>
                  </a:lnTo>
                  <a:lnTo>
                    <a:pt x="2343658" y="2292096"/>
                  </a:lnTo>
                  <a:lnTo>
                    <a:pt x="2391570" y="2289118"/>
                  </a:lnTo>
                  <a:lnTo>
                    <a:pt x="2437708" y="2280426"/>
                  </a:lnTo>
                  <a:lnTo>
                    <a:pt x="2481714" y="2266377"/>
                  </a:lnTo>
                  <a:lnTo>
                    <a:pt x="2523230" y="2247330"/>
                  </a:lnTo>
                  <a:lnTo>
                    <a:pt x="2561896" y="2223642"/>
                  </a:lnTo>
                  <a:lnTo>
                    <a:pt x="2597356" y="2195671"/>
                  </a:lnTo>
                  <a:lnTo>
                    <a:pt x="2629249" y="2163778"/>
                  </a:lnTo>
                  <a:lnTo>
                    <a:pt x="2657220" y="2128318"/>
                  </a:lnTo>
                  <a:lnTo>
                    <a:pt x="2680908" y="2089652"/>
                  </a:lnTo>
                  <a:lnTo>
                    <a:pt x="2699955" y="2048136"/>
                  </a:lnTo>
                  <a:lnTo>
                    <a:pt x="2714004" y="2004130"/>
                  </a:lnTo>
                  <a:lnTo>
                    <a:pt x="2722696" y="1957992"/>
                  </a:lnTo>
                  <a:lnTo>
                    <a:pt x="2725674" y="1910079"/>
                  </a:lnTo>
                  <a:lnTo>
                    <a:pt x="2725674" y="382015"/>
                  </a:lnTo>
                  <a:lnTo>
                    <a:pt x="2722696" y="334103"/>
                  </a:lnTo>
                  <a:lnTo>
                    <a:pt x="2714004" y="287965"/>
                  </a:lnTo>
                  <a:lnTo>
                    <a:pt x="2699955" y="243959"/>
                  </a:lnTo>
                  <a:lnTo>
                    <a:pt x="2680908" y="202443"/>
                  </a:lnTo>
                  <a:lnTo>
                    <a:pt x="2657220" y="163777"/>
                  </a:lnTo>
                  <a:lnTo>
                    <a:pt x="2629249" y="128317"/>
                  </a:lnTo>
                  <a:lnTo>
                    <a:pt x="2597356" y="96424"/>
                  </a:lnTo>
                  <a:lnTo>
                    <a:pt x="2561896" y="68453"/>
                  </a:lnTo>
                  <a:lnTo>
                    <a:pt x="2523230" y="44765"/>
                  </a:lnTo>
                  <a:lnTo>
                    <a:pt x="2481714" y="25718"/>
                  </a:lnTo>
                  <a:lnTo>
                    <a:pt x="2437708" y="11669"/>
                  </a:lnTo>
                  <a:lnTo>
                    <a:pt x="2391570" y="2977"/>
                  </a:lnTo>
                  <a:lnTo>
                    <a:pt x="2343658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9906" y="2889884"/>
              <a:ext cx="2726055" cy="2292350"/>
            </a:xfrm>
            <a:custGeom>
              <a:avLst/>
              <a:gdLst/>
              <a:ahLst/>
              <a:cxnLst/>
              <a:rect l="l" t="t" r="r" b="b"/>
              <a:pathLst>
                <a:path w="2726054" h="2292350">
                  <a:moveTo>
                    <a:pt x="0" y="382015"/>
                  </a:moveTo>
                  <a:lnTo>
                    <a:pt x="2976" y="334103"/>
                  </a:lnTo>
                  <a:lnTo>
                    <a:pt x="11667" y="287965"/>
                  </a:lnTo>
                  <a:lnTo>
                    <a:pt x="25715" y="243959"/>
                  </a:lnTo>
                  <a:lnTo>
                    <a:pt x="44761" y="202443"/>
                  </a:lnTo>
                  <a:lnTo>
                    <a:pt x="68447" y="163777"/>
                  </a:lnTo>
                  <a:lnTo>
                    <a:pt x="96416" y="128317"/>
                  </a:lnTo>
                  <a:lnTo>
                    <a:pt x="128309" y="96424"/>
                  </a:lnTo>
                  <a:lnTo>
                    <a:pt x="163769" y="68453"/>
                  </a:lnTo>
                  <a:lnTo>
                    <a:pt x="202436" y="44765"/>
                  </a:lnTo>
                  <a:lnTo>
                    <a:pt x="243954" y="25718"/>
                  </a:lnTo>
                  <a:lnTo>
                    <a:pt x="287964" y="11669"/>
                  </a:lnTo>
                  <a:lnTo>
                    <a:pt x="334108" y="2977"/>
                  </a:lnTo>
                  <a:lnTo>
                    <a:pt x="382028" y="0"/>
                  </a:lnTo>
                  <a:lnTo>
                    <a:pt x="2343658" y="0"/>
                  </a:lnTo>
                  <a:lnTo>
                    <a:pt x="2391570" y="2977"/>
                  </a:lnTo>
                  <a:lnTo>
                    <a:pt x="2437708" y="11669"/>
                  </a:lnTo>
                  <a:lnTo>
                    <a:pt x="2481714" y="25718"/>
                  </a:lnTo>
                  <a:lnTo>
                    <a:pt x="2523230" y="44765"/>
                  </a:lnTo>
                  <a:lnTo>
                    <a:pt x="2561896" y="68453"/>
                  </a:lnTo>
                  <a:lnTo>
                    <a:pt x="2597356" y="96424"/>
                  </a:lnTo>
                  <a:lnTo>
                    <a:pt x="2629249" y="128317"/>
                  </a:lnTo>
                  <a:lnTo>
                    <a:pt x="2657220" y="163777"/>
                  </a:lnTo>
                  <a:lnTo>
                    <a:pt x="2680908" y="202443"/>
                  </a:lnTo>
                  <a:lnTo>
                    <a:pt x="2699955" y="243959"/>
                  </a:lnTo>
                  <a:lnTo>
                    <a:pt x="2714004" y="287965"/>
                  </a:lnTo>
                  <a:lnTo>
                    <a:pt x="2722696" y="334103"/>
                  </a:lnTo>
                  <a:lnTo>
                    <a:pt x="2725674" y="382015"/>
                  </a:lnTo>
                  <a:lnTo>
                    <a:pt x="2725674" y="1910079"/>
                  </a:lnTo>
                  <a:lnTo>
                    <a:pt x="2722696" y="1957992"/>
                  </a:lnTo>
                  <a:lnTo>
                    <a:pt x="2714004" y="2004130"/>
                  </a:lnTo>
                  <a:lnTo>
                    <a:pt x="2699955" y="2048136"/>
                  </a:lnTo>
                  <a:lnTo>
                    <a:pt x="2680908" y="2089652"/>
                  </a:lnTo>
                  <a:lnTo>
                    <a:pt x="2657220" y="2128318"/>
                  </a:lnTo>
                  <a:lnTo>
                    <a:pt x="2629249" y="2163778"/>
                  </a:lnTo>
                  <a:lnTo>
                    <a:pt x="2597356" y="2195671"/>
                  </a:lnTo>
                  <a:lnTo>
                    <a:pt x="2561896" y="2223642"/>
                  </a:lnTo>
                  <a:lnTo>
                    <a:pt x="2523230" y="2247330"/>
                  </a:lnTo>
                  <a:lnTo>
                    <a:pt x="2481714" y="2266377"/>
                  </a:lnTo>
                  <a:lnTo>
                    <a:pt x="2437708" y="2280426"/>
                  </a:lnTo>
                  <a:lnTo>
                    <a:pt x="2391570" y="2289118"/>
                  </a:lnTo>
                  <a:lnTo>
                    <a:pt x="2343658" y="2292096"/>
                  </a:lnTo>
                  <a:lnTo>
                    <a:pt x="382028" y="2292096"/>
                  </a:lnTo>
                  <a:lnTo>
                    <a:pt x="334108" y="2289118"/>
                  </a:lnTo>
                  <a:lnTo>
                    <a:pt x="287964" y="2280426"/>
                  </a:lnTo>
                  <a:lnTo>
                    <a:pt x="243954" y="2266377"/>
                  </a:lnTo>
                  <a:lnTo>
                    <a:pt x="202436" y="2247330"/>
                  </a:lnTo>
                  <a:lnTo>
                    <a:pt x="163769" y="2223642"/>
                  </a:lnTo>
                  <a:lnTo>
                    <a:pt x="128309" y="2195671"/>
                  </a:lnTo>
                  <a:lnTo>
                    <a:pt x="96416" y="2163778"/>
                  </a:lnTo>
                  <a:lnTo>
                    <a:pt x="68447" y="2128318"/>
                  </a:lnTo>
                  <a:lnTo>
                    <a:pt x="44761" y="2089652"/>
                  </a:lnTo>
                  <a:lnTo>
                    <a:pt x="25715" y="2048136"/>
                  </a:lnTo>
                  <a:lnTo>
                    <a:pt x="11667" y="2004130"/>
                  </a:lnTo>
                  <a:lnTo>
                    <a:pt x="2976" y="1957992"/>
                  </a:lnTo>
                  <a:lnTo>
                    <a:pt x="0" y="1910079"/>
                  </a:lnTo>
                  <a:lnTo>
                    <a:pt x="0" y="382015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02538" y="3442461"/>
            <a:ext cx="2280920" cy="11366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52069" marR="5080" indent="-40005" algn="just">
              <a:lnSpc>
                <a:spcPct val="90000"/>
              </a:lnSpc>
              <a:spcBef>
                <a:spcPts val="315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Fork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acts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as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bridge </a:t>
            </a:r>
            <a:r>
              <a:rPr sz="1800" spc="-5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between the original </a:t>
            </a:r>
            <a:r>
              <a:rPr sz="1800" spc="-5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repository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the</a:t>
            </a:r>
            <a:endParaRPr sz="1800">
              <a:latin typeface="Comic Sans MS"/>
              <a:cs typeface="Comic Sans MS"/>
            </a:endParaRPr>
          </a:p>
          <a:p>
            <a:pPr marL="55880" algn="just">
              <a:lnSpc>
                <a:spcPct val="100000"/>
              </a:lnSpc>
              <a:spcBef>
                <a:spcPts val="540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user's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personal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copy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93480" y="6601705"/>
            <a:ext cx="199390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sz="16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</a:t>
            </a:fld>
            <a:endParaRPr sz="1650">
              <a:latin typeface="Franklin Gothic Medium"/>
              <a:cs typeface="Franklin Gothic Medium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0"/>
              </a:spcBef>
            </a:pPr>
            <a:r>
              <a:rPr dirty="0"/>
              <a:t>FORKING</a:t>
            </a:r>
            <a:r>
              <a:rPr spc="-10" dirty="0"/>
              <a:t> </a:t>
            </a:r>
            <a:r>
              <a:rPr spc="-5" dirty="0"/>
              <a:t>AND</a:t>
            </a:r>
            <a:r>
              <a:rPr spc="-30" dirty="0"/>
              <a:t> </a:t>
            </a:r>
            <a:r>
              <a:rPr spc="-5" dirty="0"/>
              <a:t>OTHER</a:t>
            </a:r>
            <a:r>
              <a:rPr spc="-15" dirty="0"/>
              <a:t> </a:t>
            </a:r>
            <a:r>
              <a:rPr spc="-5" dirty="0"/>
              <a:t>OPERATIONS</a:t>
            </a:r>
            <a:r>
              <a:rPr spc="-20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GITHUB</a:t>
            </a:r>
            <a:r>
              <a:rPr spc="-15" dirty="0"/>
              <a:t> </a:t>
            </a:r>
            <a:r>
              <a:rPr dirty="0"/>
              <a:t>2-2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9465" y="970788"/>
            <a:ext cx="8400415" cy="1564640"/>
            <a:chOff x="299465" y="970788"/>
            <a:chExt cx="8400415" cy="1564640"/>
          </a:xfrm>
        </p:grpSpPr>
        <p:sp>
          <p:nvSpPr>
            <p:cNvPr id="4" name="object 4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3879341" y="0"/>
                  </a:moveTo>
                  <a:lnTo>
                    <a:pt x="0" y="0"/>
                  </a:lnTo>
                  <a:lnTo>
                    <a:pt x="0" y="1539240"/>
                  </a:lnTo>
                  <a:lnTo>
                    <a:pt x="3879341" y="1539240"/>
                  </a:lnTo>
                  <a:lnTo>
                    <a:pt x="4648962" y="769620"/>
                  </a:lnTo>
                  <a:lnTo>
                    <a:pt x="387934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0" y="0"/>
                  </a:moveTo>
                  <a:lnTo>
                    <a:pt x="3879341" y="0"/>
                  </a:lnTo>
                  <a:lnTo>
                    <a:pt x="4648962" y="769620"/>
                  </a:lnTo>
                  <a:lnTo>
                    <a:pt x="3879341" y="1539240"/>
                  </a:lnTo>
                  <a:lnTo>
                    <a:pt x="0" y="153924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37456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3880104" y="0"/>
                  </a:moveTo>
                  <a:lnTo>
                    <a:pt x="0" y="0"/>
                  </a:lnTo>
                  <a:lnTo>
                    <a:pt x="769620" y="769620"/>
                  </a:lnTo>
                  <a:lnTo>
                    <a:pt x="0" y="1539240"/>
                  </a:lnTo>
                  <a:lnTo>
                    <a:pt x="3880104" y="1539240"/>
                  </a:lnTo>
                  <a:lnTo>
                    <a:pt x="4649724" y="769620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37456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0" y="0"/>
                  </a:moveTo>
                  <a:lnTo>
                    <a:pt x="3880104" y="0"/>
                  </a:lnTo>
                  <a:lnTo>
                    <a:pt x="4649724" y="769620"/>
                  </a:lnTo>
                  <a:lnTo>
                    <a:pt x="3880104" y="1539240"/>
                  </a:lnTo>
                  <a:lnTo>
                    <a:pt x="0" y="1539240"/>
                  </a:lnTo>
                  <a:lnTo>
                    <a:pt x="769620" y="76962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42313" y="1588261"/>
            <a:ext cx="662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3682365" algn="l"/>
              </a:tabLst>
            </a:pPr>
            <a:r>
              <a:rPr sz="2700" spc="-7" baseline="47839" dirty="0">
                <a:solidFill>
                  <a:srgbClr val="FFFFFF"/>
                </a:solidFill>
                <a:latin typeface="Comic Sans MS"/>
                <a:cs typeface="Comic Sans MS"/>
              </a:rPr>
              <a:t>Deleting</a:t>
            </a:r>
            <a:r>
              <a:rPr sz="2700" baseline="47839" dirty="0">
                <a:solidFill>
                  <a:srgbClr val="FFFFFF"/>
                </a:solidFill>
                <a:latin typeface="Comic Sans MS"/>
                <a:cs typeface="Comic Sans MS"/>
              </a:rPr>
              <a:t> a</a:t>
            </a:r>
            <a:r>
              <a:rPr sz="2700" spc="7" baseline="47839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700" baseline="47839" dirty="0">
                <a:solidFill>
                  <a:srgbClr val="FFFFFF"/>
                </a:solidFill>
                <a:latin typeface="Comic Sans MS"/>
                <a:cs typeface="Comic Sans MS"/>
              </a:rPr>
              <a:t>local </a:t>
            </a:r>
            <a:r>
              <a:rPr sz="2700" spc="-7" baseline="47839" dirty="0">
                <a:solidFill>
                  <a:srgbClr val="FFFFFF"/>
                </a:solidFill>
                <a:latin typeface="Comic Sans MS"/>
                <a:cs typeface="Comic Sans MS"/>
              </a:rPr>
              <a:t>branch	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Restoring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Deleted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branch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6732" y="5962650"/>
            <a:ext cx="421513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5" dirty="0">
                <a:latin typeface="Comic Sans MS"/>
                <a:cs typeface="Comic Sans MS"/>
              </a:rPr>
              <a:t>Merging</a:t>
            </a:r>
            <a:r>
              <a:rPr sz="1700" b="1" dirty="0">
                <a:latin typeface="Comic Sans MS"/>
                <a:cs typeface="Comic Sans MS"/>
              </a:rPr>
              <a:t> </a:t>
            </a:r>
            <a:r>
              <a:rPr sz="1700" b="1" spc="-5" dirty="0">
                <a:latin typeface="Comic Sans MS"/>
                <a:cs typeface="Comic Sans MS"/>
              </a:rPr>
              <a:t>and</a:t>
            </a:r>
            <a:r>
              <a:rPr sz="1700" b="1" spc="10" dirty="0">
                <a:latin typeface="Comic Sans MS"/>
                <a:cs typeface="Comic Sans MS"/>
              </a:rPr>
              <a:t> </a:t>
            </a:r>
            <a:r>
              <a:rPr sz="1700" b="1" spc="-10" dirty="0">
                <a:latin typeface="Comic Sans MS"/>
                <a:cs typeface="Comic Sans MS"/>
              </a:rPr>
              <a:t>deleting </a:t>
            </a:r>
            <a:r>
              <a:rPr sz="1700" b="1" spc="-5" dirty="0">
                <a:latin typeface="Comic Sans MS"/>
                <a:cs typeface="Comic Sans MS"/>
              </a:rPr>
              <a:t>using</a:t>
            </a:r>
            <a:r>
              <a:rPr sz="1700" b="1" spc="5" dirty="0">
                <a:latin typeface="Comic Sans MS"/>
                <a:cs typeface="Comic Sans MS"/>
              </a:rPr>
              <a:t> </a:t>
            </a:r>
            <a:r>
              <a:rPr sz="1700" b="1" spc="-5" dirty="0">
                <a:latin typeface="Comic Sans MS"/>
                <a:cs typeface="Comic Sans MS"/>
              </a:rPr>
              <a:t>Pull</a:t>
            </a:r>
            <a:r>
              <a:rPr sz="1700" b="1" spc="-10" dirty="0">
                <a:latin typeface="Comic Sans MS"/>
                <a:cs typeface="Comic Sans MS"/>
              </a:rPr>
              <a:t> requests</a:t>
            </a:r>
            <a:endParaRPr sz="17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923794"/>
            <a:ext cx="6858000" cy="101041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276344"/>
            <a:ext cx="6858000" cy="151866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45269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CLONING</a:t>
            </a:r>
            <a:r>
              <a:rPr sz="2800" spc="-45" dirty="0"/>
              <a:t> </a:t>
            </a:r>
            <a:r>
              <a:rPr sz="2800" dirty="0"/>
              <a:t>A</a:t>
            </a:r>
            <a:r>
              <a:rPr sz="2800" spc="-40" dirty="0"/>
              <a:t> </a:t>
            </a:r>
            <a:r>
              <a:rPr sz="2800" spc="-5" dirty="0"/>
              <a:t>REPOSITORY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299338" y="970661"/>
            <a:ext cx="4674870" cy="1564640"/>
            <a:chOff x="299338" y="970661"/>
            <a:chExt cx="4674870" cy="1564640"/>
          </a:xfrm>
        </p:grpSpPr>
        <p:sp>
          <p:nvSpPr>
            <p:cNvPr id="4" name="object 4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3879341" y="0"/>
                  </a:moveTo>
                  <a:lnTo>
                    <a:pt x="0" y="0"/>
                  </a:lnTo>
                  <a:lnTo>
                    <a:pt x="0" y="1539240"/>
                  </a:lnTo>
                  <a:lnTo>
                    <a:pt x="3879341" y="1539240"/>
                  </a:lnTo>
                  <a:lnTo>
                    <a:pt x="4648962" y="769620"/>
                  </a:lnTo>
                  <a:lnTo>
                    <a:pt x="3879341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0" y="0"/>
                  </a:moveTo>
                  <a:lnTo>
                    <a:pt x="3879341" y="0"/>
                  </a:lnTo>
                  <a:lnTo>
                    <a:pt x="4648962" y="769620"/>
                  </a:lnTo>
                  <a:lnTo>
                    <a:pt x="3879341" y="1539240"/>
                  </a:lnTo>
                  <a:lnTo>
                    <a:pt x="0" y="153924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7794" y="1445005"/>
            <a:ext cx="3681095" cy="5867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520190" marR="5080" indent="-1508125">
              <a:lnSpc>
                <a:spcPct val="104400"/>
              </a:lnSpc>
              <a:spcBef>
                <a:spcPts val="5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Add/Remove files and fix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Merging </a:t>
            </a:r>
            <a:r>
              <a:rPr sz="1800" spc="-5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issues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4884" y="970788"/>
            <a:ext cx="4674870" cy="1564640"/>
            <a:chOff x="4024884" y="970788"/>
            <a:chExt cx="4674870" cy="1564640"/>
          </a:xfrm>
        </p:grpSpPr>
        <p:sp>
          <p:nvSpPr>
            <p:cNvPr id="8" name="object 8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3880104" y="0"/>
                  </a:moveTo>
                  <a:lnTo>
                    <a:pt x="0" y="0"/>
                  </a:lnTo>
                  <a:lnTo>
                    <a:pt x="769620" y="769620"/>
                  </a:lnTo>
                  <a:lnTo>
                    <a:pt x="0" y="1539240"/>
                  </a:lnTo>
                  <a:lnTo>
                    <a:pt x="3880104" y="1539240"/>
                  </a:lnTo>
                  <a:lnTo>
                    <a:pt x="4649724" y="769620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0" y="0"/>
                  </a:moveTo>
                  <a:lnTo>
                    <a:pt x="3880104" y="0"/>
                  </a:lnTo>
                  <a:lnTo>
                    <a:pt x="4649724" y="769620"/>
                  </a:lnTo>
                  <a:lnTo>
                    <a:pt x="3880104" y="1539240"/>
                  </a:lnTo>
                  <a:lnTo>
                    <a:pt x="0" y="1539240"/>
                  </a:lnTo>
                  <a:lnTo>
                    <a:pt x="769620" y="76962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869941" y="1301750"/>
            <a:ext cx="3034030" cy="8731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065" marR="5080" algn="ctr">
              <a:lnSpc>
                <a:spcPct val="1044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Copying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the repository from </a:t>
            </a:r>
            <a:r>
              <a:rPr sz="1800" spc="-5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GitHub.com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to the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local </a:t>
            </a:r>
            <a:r>
              <a:rPr sz="1800" spc="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machine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996183"/>
            <a:ext cx="4267200" cy="127101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2887979"/>
            <a:ext cx="4038600" cy="305562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7255"/>
            <a:ext cx="64249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INTRODUCTION</a:t>
            </a:r>
            <a:r>
              <a:rPr sz="2800" spc="-20" dirty="0"/>
              <a:t> </a:t>
            </a:r>
            <a:r>
              <a:rPr sz="2800" dirty="0"/>
              <a:t>TO</a:t>
            </a:r>
            <a:r>
              <a:rPr sz="2800" spc="-20" dirty="0"/>
              <a:t> </a:t>
            </a:r>
            <a:r>
              <a:rPr sz="2800" spc="-5" dirty="0"/>
              <a:t>GITHUB</a:t>
            </a:r>
            <a:r>
              <a:rPr sz="2800" spc="-40" dirty="0"/>
              <a:t> </a:t>
            </a:r>
            <a:r>
              <a:rPr sz="2800" dirty="0"/>
              <a:t>PAGES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678939" y="6114288"/>
            <a:ext cx="4873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mic Sans MS"/>
                <a:cs typeface="Comic Sans MS"/>
              </a:rPr>
              <a:t>Steps</a:t>
            </a:r>
            <a:r>
              <a:rPr sz="2400" b="1" spc="-30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for</a:t>
            </a:r>
            <a:r>
              <a:rPr sz="2400" b="1" spc="-25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creating GitHub</a:t>
            </a:r>
            <a:r>
              <a:rPr sz="2400" b="1" spc="-20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pages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9338" y="970661"/>
            <a:ext cx="4674870" cy="1564640"/>
            <a:chOff x="299338" y="970661"/>
            <a:chExt cx="4674870" cy="1564640"/>
          </a:xfrm>
        </p:grpSpPr>
        <p:sp>
          <p:nvSpPr>
            <p:cNvPr id="5" name="object 5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3879341" y="0"/>
                  </a:moveTo>
                  <a:lnTo>
                    <a:pt x="0" y="0"/>
                  </a:lnTo>
                  <a:lnTo>
                    <a:pt x="0" y="1539240"/>
                  </a:lnTo>
                  <a:lnTo>
                    <a:pt x="3879341" y="1539240"/>
                  </a:lnTo>
                  <a:lnTo>
                    <a:pt x="4648962" y="769620"/>
                  </a:lnTo>
                  <a:lnTo>
                    <a:pt x="3879341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0" y="0"/>
                  </a:moveTo>
                  <a:lnTo>
                    <a:pt x="3879341" y="0"/>
                  </a:lnTo>
                  <a:lnTo>
                    <a:pt x="4648962" y="769620"/>
                  </a:lnTo>
                  <a:lnTo>
                    <a:pt x="3879341" y="1539240"/>
                  </a:lnTo>
                  <a:lnTo>
                    <a:pt x="0" y="153924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67789" y="1588261"/>
            <a:ext cx="2224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Use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GitHub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Pages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24884" y="970788"/>
            <a:ext cx="4674870" cy="1564640"/>
            <a:chOff x="4024884" y="970788"/>
            <a:chExt cx="4674870" cy="1564640"/>
          </a:xfrm>
        </p:grpSpPr>
        <p:sp>
          <p:nvSpPr>
            <p:cNvPr id="9" name="object 9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3880104" y="0"/>
                  </a:moveTo>
                  <a:lnTo>
                    <a:pt x="0" y="0"/>
                  </a:lnTo>
                  <a:lnTo>
                    <a:pt x="769620" y="769620"/>
                  </a:lnTo>
                  <a:lnTo>
                    <a:pt x="0" y="1539240"/>
                  </a:lnTo>
                  <a:lnTo>
                    <a:pt x="3880104" y="1539240"/>
                  </a:lnTo>
                  <a:lnTo>
                    <a:pt x="4649724" y="769620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0" y="0"/>
                  </a:moveTo>
                  <a:lnTo>
                    <a:pt x="3880104" y="0"/>
                  </a:lnTo>
                  <a:lnTo>
                    <a:pt x="4649724" y="769620"/>
                  </a:lnTo>
                  <a:lnTo>
                    <a:pt x="3880104" y="1539240"/>
                  </a:lnTo>
                  <a:lnTo>
                    <a:pt x="0" y="1539240"/>
                  </a:lnTo>
                  <a:lnTo>
                    <a:pt x="769620" y="76962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79567" y="1588261"/>
            <a:ext cx="2416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GitHub</a:t>
            </a:r>
            <a:r>
              <a:rPr sz="1800" spc="-4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Pages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Creation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3429" y="2857500"/>
            <a:ext cx="4267200" cy="32575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050" y="3025139"/>
            <a:ext cx="4019550" cy="261366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64446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TYPES</a:t>
            </a:r>
            <a:r>
              <a:rPr sz="2800" spc="-30" dirty="0"/>
              <a:t> </a:t>
            </a:r>
            <a:r>
              <a:rPr sz="2800" spc="-5" dirty="0"/>
              <a:t>OF</a:t>
            </a:r>
            <a:r>
              <a:rPr sz="2800" spc="-15" dirty="0"/>
              <a:t> </a:t>
            </a:r>
            <a:r>
              <a:rPr sz="2800" dirty="0"/>
              <a:t>GITHUB</a:t>
            </a:r>
            <a:r>
              <a:rPr sz="2800" spc="-30" dirty="0"/>
              <a:t> </a:t>
            </a:r>
            <a:r>
              <a:rPr sz="2800" dirty="0"/>
              <a:t>PAGES</a:t>
            </a:r>
            <a:r>
              <a:rPr sz="2800" spc="-10" dirty="0"/>
              <a:t> </a:t>
            </a:r>
            <a:r>
              <a:rPr sz="2800" spc="-5" dirty="0"/>
              <a:t>SITES</a:t>
            </a:r>
            <a:r>
              <a:rPr sz="2800" spc="-30" dirty="0"/>
              <a:t> </a:t>
            </a:r>
            <a:r>
              <a:rPr sz="2800" spc="-10" dirty="0"/>
              <a:t>1-2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2172461" y="2015489"/>
            <a:ext cx="4822825" cy="849630"/>
            <a:chOff x="2172461" y="2015489"/>
            <a:chExt cx="4822825" cy="849630"/>
          </a:xfrm>
        </p:grpSpPr>
        <p:sp>
          <p:nvSpPr>
            <p:cNvPr id="4" name="object 4"/>
            <p:cNvSpPr/>
            <p:nvPr/>
          </p:nvSpPr>
          <p:spPr>
            <a:xfrm>
              <a:off x="4435220" y="2028062"/>
              <a:ext cx="2547620" cy="824230"/>
            </a:xfrm>
            <a:custGeom>
              <a:avLst/>
              <a:gdLst/>
              <a:ahLst/>
              <a:cxnLst/>
              <a:rect l="l" t="t" r="r" b="b"/>
              <a:pathLst>
                <a:path w="2547620" h="824230">
                  <a:moveTo>
                    <a:pt x="0" y="0"/>
                  </a:moveTo>
                  <a:lnTo>
                    <a:pt x="0" y="616077"/>
                  </a:lnTo>
                  <a:lnTo>
                    <a:pt x="2547493" y="616077"/>
                  </a:lnTo>
                  <a:lnTo>
                    <a:pt x="2547493" y="824230"/>
                  </a:lnTo>
                </a:path>
                <a:path w="2547620" h="824230">
                  <a:moveTo>
                    <a:pt x="0" y="0"/>
                  </a:moveTo>
                  <a:lnTo>
                    <a:pt x="0" y="616077"/>
                  </a:lnTo>
                  <a:lnTo>
                    <a:pt x="148463" y="616077"/>
                  </a:lnTo>
                  <a:lnTo>
                    <a:pt x="148463" y="824230"/>
                  </a:lnTo>
                </a:path>
              </a:pathLst>
            </a:custGeom>
            <a:ln w="25146">
              <a:solidFill>
                <a:srgbClr val="A838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85034" y="2028062"/>
              <a:ext cx="2251075" cy="824230"/>
            </a:xfrm>
            <a:custGeom>
              <a:avLst/>
              <a:gdLst/>
              <a:ahLst/>
              <a:cxnLst/>
              <a:rect l="l" t="t" r="r" b="b"/>
              <a:pathLst>
                <a:path w="2251075" h="824230">
                  <a:moveTo>
                    <a:pt x="2250567" y="0"/>
                  </a:moveTo>
                  <a:lnTo>
                    <a:pt x="2250567" y="616077"/>
                  </a:lnTo>
                  <a:lnTo>
                    <a:pt x="0" y="616077"/>
                  </a:lnTo>
                  <a:lnTo>
                    <a:pt x="0" y="824230"/>
                  </a:lnTo>
                </a:path>
              </a:pathLst>
            </a:custGeom>
            <a:ln w="25145">
              <a:solidFill>
                <a:srgbClr val="A838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43859" y="1037463"/>
            <a:ext cx="1983105" cy="990600"/>
          </a:xfrm>
          <a:prstGeom prst="rect">
            <a:avLst/>
          </a:prstGeom>
          <a:solidFill>
            <a:srgbClr val="D24716"/>
          </a:solidFill>
          <a:ln w="25146">
            <a:solidFill>
              <a:srgbClr val="FFFFFF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44450" marR="33020" indent="321310">
              <a:lnSpc>
                <a:spcPct val="104600"/>
              </a:lnSpc>
              <a:spcBef>
                <a:spcPts val="665"/>
              </a:spcBef>
            </a:pPr>
            <a:r>
              <a:rPr sz="2400" dirty="0">
                <a:solidFill>
                  <a:srgbClr val="FFFFFF"/>
                </a:solidFill>
                <a:latin typeface="Comic Sans MS"/>
                <a:cs typeface="Comic Sans MS"/>
              </a:rPr>
              <a:t>Types </a:t>
            </a:r>
            <a:r>
              <a:rPr sz="2400" spc="-5" dirty="0">
                <a:solidFill>
                  <a:srgbClr val="FFFFFF"/>
                </a:solidFill>
                <a:latin typeface="Comic Sans MS"/>
                <a:cs typeface="Comic Sans MS"/>
              </a:rPr>
              <a:t>of </a:t>
            </a:r>
            <a:r>
              <a:rPr sz="2400" dirty="0">
                <a:solidFill>
                  <a:srgbClr val="FFFFFF"/>
                </a:solidFill>
                <a:latin typeface="Comic Sans MS"/>
                <a:cs typeface="Comic Sans MS"/>
              </a:rPr>
              <a:t> GitHub</a:t>
            </a:r>
            <a:r>
              <a:rPr sz="2400" spc="-8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FFFF"/>
                </a:solidFill>
                <a:latin typeface="Comic Sans MS"/>
                <a:cs typeface="Comic Sans MS"/>
              </a:rPr>
              <a:t>Pages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3672" y="2852547"/>
            <a:ext cx="1983105" cy="991869"/>
          </a:xfrm>
          <a:prstGeom prst="rect">
            <a:avLst/>
          </a:prstGeom>
          <a:solidFill>
            <a:srgbClr val="D24716"/>
          </a:solidFill>
          <a:ln w="25146">
            <a:solidFill>
              <a:srgbClr val="FFFFFF"/>
            </a:solidFill>
          </a:ln>
        </p:spPr>
        <p:txBody>
          <a:bodyPr vert="horz" wrap="square" lIns="0" tIns="293370" rIns="0" bIns="0" rtlCol="0">
            <a:spAutoFit/>
          </a:bodyPr>
          <a:lstStyle/>
          <a:p>
            <a:pPr marL="462915">
              <a:lnSpc>
                <a:spcPct val="100000"/>
              </a:lnSpc>
              <a:spcBef>
                <a:spcPts val="2310"/>
              </a:spcBef>
            </a:pPr>
            <a:r>
              <a:rPr sz="2400" spc="-5" dirty="0">
                <a:solidFill>
                  <a:srgbClr val="FFFFFF"/>
                </a:solidFill>
                <a:latin typeface="Comic Sans MS"/>
                <a:cs typeface="Comic Sans MS"/>
              </a:rPr>
              <a:t>Project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2448" y="2852547"/>
            <a:ext cx="1983105" cy="991869"/>
          </a:xfrm>
          <a:prstGeom prst="rect">
            <a:avLst/>
          </a:prstGeom>
          <a:solidFill>
            <a:srgbClr val="D24716"/>
          </a:solidFill>
          <a:ln w="25146">
            <a:solidFill>
              <a:srgbClr val="FFFFFF"/>
            </a:solidFill>
          </a:ln>
        </p:spPr>
        <p:txBody>
          <a:bodyPr vert="horz" wrap="square" lIns="0" tIns="293370" rIns="0" bIns="0" rtlCol="0">
            <a:spAutoFit/>
          </a:bodyPr>
          <a:lstStyle/>
          <a:p>
            <a:pPr marL="647065">
              <a:lnSpc>
                <a:spcPct val="100000"/>
              </a:lnSpc>
              <a:spcBef>
                <a:spcPts val="2310"/>
              </a:spcBef>
            </a:pPr>
            <a:r>
              <a:rPr sz="2400" dirty="0">
                <a:solidFill>
                  <a:srgbClr val="FFFFFF"/>
                </a:solidFill>
                <a:latin typeface="Comic Sans MS"/>
                <a:cs typeface="Comic Sans MS"/>
              </a:rPr>
              <a:t>User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1225" y="2852547"/>
            <a:ext cx="1983105" cy="991869"/>
          </a:xfrm>
          <a:prstGeom prst="rect">
            <a:avLst/>
          </a:prstGeom>
          <a:solidFill>
            <a:srgbClr val="D24716"/>
          </a:solidFill>
          <a:ln w="25146">
            <a:solidFill>
              <a:srgbClr val="FFFFFF"/>
            </a:solidFill>
          </a:ln>
        </p:spPr>
        <p:txBody>
          <a:bodyPr vert="horz" wrap="square" lIns="0" tIns="293370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2310"/>
              </a:spcBef>
            </a:pPr>
            <a:r>
              <a:rPr sz="2400" spc="-10" dirty="0">
                <a:solidFill>
                  <a:srgbClr val="FFFFFF"/>
                </a:solidFill>
                <a:latin typeface="Comic Sans MS"/>
                <a:cs typeface="Comic Sans MS"/>
              </a:rPr>
              <a:t>Organization</a:t>
            </a:r>
            <a:endParaRPr sz="2400">
              <a:latin typeface="Comic Sans MS"/>
              <a:cs typeface="Comic Sans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4175759"/>
            <a:ext cx="5638800" cy="230124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65017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TYPES</a:t>
            </a:r>
            <a:r>
              <a:rPr sz="2800" spc="-30" dirty="0"/>
              <a:t> </a:t>
            </a:r>
            <a:r>
              <a:rPr sz="2800" spc="-5" dirty="0"/>
              <a:t>OF</a:t>
            </a:r>
            <a:r>
              <a:rPr sz="2800" spc="-15" dirty="0"/>
              <a:t> </a:t>
            </a:r>
            <a:r>
              <a:rPr sz="2800" dirty="0"/>
              <a:t>GITHUB</a:t>
            </a:r>
            <a:r>
              <a:rPr sz="2800" spc="-30" dirty="0"/>
              <a:t> </a:t>
            </a:r>
            <a:r>
              <a:rPr sz="2800" dirty="0"/>
              <a:t>PAGES</a:t>
            </a:r>
            <a:r>
              <a:rPr sz="2800" spc="-10" dirty="0"/>
              <a:t> </a:t>
            </a:r>
            <a:r>
              <a:rPr sz="2800" spc="-5" dirty="0"/>
              <a:t>SITES</a:t>
            </a:r>
            <a:r>
              <a:rPr sz="2800" spc="-30" dirty="0"/>
              <a:t> </a:t>
            </a:r>
            <a:r>
              <a:rPr sz="2800" spc="-10" dirty="0"/>
              <a:t>2-2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299338" y="970661"/>
            <a:ext cx="4674870" cy="1564640"/>
            <a:chOff x="299338" y="970661"/>
            <a:chExt cx="4674870" cy="1564640"/>
          </a:xfrm>
        </p:grpSpPr>
        <p:sp>
          <p:nvSpPr>
            <p:cNvPr id="4" name="object 4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3879341" y="0"/>
                  </a:moveTo>
                  <a:lnTo>
                    <a:pt x="0" y="0"/>
                  </a:lnTo>
                  <a:lnTo>
                    <a:pt x="0" y="1539240"/>
                  </a:lnTo>
                  <a:lnTo>
                    <a:pt x="3879341" y="1539240"/>
                  </a:lnTo>
                  <a:lnTo>
                    <a:pt x="4648962" y="769620"/>
                  </a:lnTo>
                  <a:lnTo>
                    <a:pt x="3879341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038" y="983361"/>
              <a:ext cx="4649470" cy="1539240"/>
            </a:xfrm>
            <a:custGeom>
              <a:avLst/>
              <a:gdLst/>
              <a:ahLst/>
              <a:cxnLst/>
              <a:rect l="l" t="t" r="r" b="b"/>
              <a:pathLst>
                <a:path w="4649470" h="1539239">
                  <a:moveTo>
                    <a:pt x="0" y="0"/>
                  </a:moveTo>
                  <a:lnTo>
                    <a:pt x="3879341" y="0"/>
                  </a:lnTo>
                  <a:lnTo>
                    <a:pt x="4648962" y="769620"/>
                  </a:lnTo>
                  <a:lnTo>
                    <a:pt x="3879341" y="1539240"/>
                  </a:lnTo>
                  <a:lnTo>
                    <a:pt x="0" y="153924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77646" y="1588261"/>
            <a:ext cx="3007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Creating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GitHub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Pages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sites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4884" y="970788"/>
            <a:ext cx="4674870" cy="1564640"/>
            <a:chOff x="4024884" y="970788"/>
            <a:chExt cx="4674870" cy="1564640"/>
          </a:xfrm>
        </p:grpSpPr>
        <p:sp>
          <p:nvSpPr>
            <p:cNvPr id="8" name="object 8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3880104" y="0"/>
                  </a:moveTo>
                  <a:lnTo>
                    <a:pt x="0" y="0"/>
                  </a:lnTo>
                  <a:lnTo>
                    <a:pt x="769620" y="769620"/>
                  </a:lnTo>
                  <a:lnTo>
                    <a:pt x="0" y="1539240"/>
                  </a:lnTo>
                  <a:lnTo>
                    <a:pt x="3880104" y="1539240"/>
                  </a:lnTo>
                  <a:lnTo>
                    <a:pt x="4649724" y="769620"/>
                  </a:lnTo>
                  <a:lnTo>
                    <a:pt x="388010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7457" y="983361"/>
              <a:ext cx="4650105" cy="1539240"/>
            </a:xfrm>
            <a:custGeom>
              <a:avLst/>
              <a:gdLst/>
              <a:ahLst/>
              <a:cxnLst/>
              <a:rect l="l" t="t" r="r" b="b"/>
              <a:pathLst>
                <a:path w="4650105" h="1539239">
                  <a:moveTo>
                    <a:pt x="0" y="0"/>
                  </a:moveTo>
                  <a:lnTo>
                    <a:pt x="3880104" y="0"/>
                  </a:lnTo>
                  <a:lnTo>
                    <a:pt x="4649724" y="769620"/>
                  </a:lnTo>
                  <a:lnTo>
                    <a:pt x="3880104" y="1539240"/>
                  </a:lnTo>
                  <a:lnTo>
                    <a:pt x="0" y="1539240"/>
                  </a:lnTo>
                  <a:lnTo>
                    <a:pt x="769620" y="769620"/>
                  </a:lnTo>
                  <a:lnTo>
                    <a:pt x="0" y="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95747" y="1445005"/>
            <a:ext cx="2582545" cy="5867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62990" marR="5080" indent="-1050925">
              <a:lnSpc>
                <a:spcPct val="104400"/>
              </a:lnSpc>
              <a:spcBef>
                <a:spcPts val="5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Adding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Theme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Page </a:t>
            </a:r>
            <a:r>
              <a:rPr sz="1800" spc="-5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Site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764535"/>
            <a:ext cx="5105400" cy="31790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042922" y="6068567"/>
            <a:ext cx="5194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mic Sans MS"/>
                <a:cs typeface="Comic Sans MS"/>
              </a:rPr>
              <a:t>Steps</a:t>
            </a:r>
            <a:r>
              <a:rPr sz="2400" b="1" spc="-35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to</a:t>
            </a:r>
            <a:r>
              <a:rPr sz="2400" b="1" spc="-20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add</a:t>
            </a:r>
            <a:r>
              <a:rPr sz="2400" b="1" spc="-10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theme</a:t>
            </a:r>
            <a:r>
              <a:rPr sz="2400" b="1" spc="-30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to</a:t>
            </a:r>
            <a:r>
              <a:rPr sz="2400" b="1" spc="-25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a</a:t>
            </a:r>
            <a:r>
              <a:rPr sz="2400" b="1" spc="-10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Page</a:t>
            </a:r>
            <a:r>
              <a:rPr sz="2400" b="1" spc="-15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site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626608" y="4719065"/>
            <a:ext cx="2616200" cy="909319"/>
            <a:chOff x="5626608" y="4719065"/>
            <a:chExt cx="2616200" cy="909319"/>
          </a:xfrm>
        </p:grpSpPr>
        <p:sp>
          <p:nvSpPr>
            <p:cNvPr id="14" name="object 14"/>
            <p:cNvSpPr/>
            <p:nvPr/>
          </p:nvSpPr>
          <p:spPr>
            <a:xfrm>
              <a:off x="5639181" y="4731638"/>
              <a:ext cx="2590800" cy="883919"/>
            </a:xfrm>
            <a:custGeom>
              <a:avLst/>
              <a:gdLst/>
              <a:ahLst/>
              <a:cxnLst/>
              <a:rect l="l" t="t" r="r" b="b"/>
              <a:pathLst>
                <a:path w="2590800" h="883920">
                  <a:moveTo>
                    <a:pt x="2443480" y="0"/>
                  </a:moveTo>
                  <a:lnTo>
                    <a:pt x="147320" y="0"/>
                  </a:lnTo>
                  <a:lnTo>
                    <a:pt x="100738" y="7506"/>
                  </a:lnTo>
                  <a:lnTo>
                    <a:pt x="60295" y="28411"/>
                  </a:lnTo>
                  <a:lnTo>
                    <a:pt x="28411" y="60295"/>
                  </a:lnTo>
                  <a:lnTo>
                    <a:pt x="7506" y="100738"/>
                  </a:lnTo>
                  <a:lnTo>
                    <a:pt x="0" y="147319"/>
                  </a:lnTo>
                  <a:lnTo>
                    <a:pt x="0" y="736599"/>
                  </a:lnTo>
                  <a:lnTo>
                    <a:pt x="7506" y="783181"/>
                  </a:lnTo>
                  <a:lnTo>
                    <a:pt x="28411" y="823624"/>
                  </a:lnTo>
                  <a:lnTo>
                    <a:pt x="60295" y="855508"/>
                  </a:lnTo>
                  <a:lnTo>
                    <a:pt x="100738" y="876413"/>
                  </a:lnTo>
                  <a:lnTo>
                    <a:pt x="147320" y="883919"/>
                  </a:lnTo>
                  <a:lnTo>
                    <a:pt x="2443480" y="883919"/>
                  </a:lnTo>
                  <a:lnTo>
                    <a:pt x="2490061" y="876413"/>
                  </a:lnTo>
                  <a:lnTo>
                    <a:pt x="2530504" y="855508"/>
                  </a:lnTo>
                  <a:lnTo>
                    <a:pt x="2562388" y="823624"/>
                  </a:lnTo>
                  <a:lnTo>
                    <a:pt x="2583293" y="783181"/>
                  </a:lnTo>
                  <a:lnTo>
                    <a:pt x="2590800" y="736599"/>
                  </a:lnTo>
                  <a:lnTo>
                    <a:pt x="2590800" y="147319"/>
                  </a:lnTo>
                  <a:lnTo>
                    <a:pt x="2583293" y="100738"/>
                  </a:lnTo>
                  <a:lnTo>
                    <a:pt x="2562388" y="60295"/>
                  </a:lnTo>
                  <a:lnTo>
                    <a:pt x="2530504" y="28411"/>
                  </a:lnTo>
                  <a:lnTo>
                    <a:pt x="2490061" y="7506"/>
                  </a:lnTo>
                  <a:lnTo>
                    <a:pt x="2443480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39181" y="4731638"/>
              <a:ext cx="2590800" cy="883919"/>
            </a:xfrm>
            <a:custGeom>
              <a:avLst/>
              <a:gdLst/>
              <a:ahLst/>
              <a:cxnLst/>
              <a:rect l="l" t="t" r="r" b="b"/>
              <a:pathLst>
                <a:path w="2590800" h="883920">
                  <a:moveTo>
                    <a:pt x="0" y="147319"/>
                  </a:moveTo>
                  <a:lnTo>
                    <a:pt x="7506" y="100738"/>
                  </a:lnTo>
                  <a:lnTo>
                    <a:pt x="28411" y="60295"/>
                  </a:lnTo>
                  <a:lnTo>
                    <a:pt x="60295" y="28411"/>
                  </a:lnTo>
                  <a:lnTo>
                    <a:pt x="100738" y="7506"/>
                  </a:lnTo>
                  <a:lnTo>
                    <a:pt x="147320" y="0"/>
                  </a:lnTo>
                  <a:lnTo>
                    <a:pt x="2443480" y="0"/>
                  </a:lnTo>
                  <a:lnTo>
                    <a:pt x="2490061" y="7506"/>
                  </a:lnTo>
                  <a:lnTo>
                    <a:pt x="2530504" y="28411"/>
                  </a:lnTo>
                  <a:lnTo>
                    <a:pt x="2562388" y="60295"/>
                  </a:lnTo>
                  <a:lnTo>
                    <a:pt x="2583293" y="100738"/>
                  </a:lnTo>
                  <a:lnTo>
                    <a:pt x="2590800" y="147319"/>
                  </a:lnTo>
                  <a:lnTo>
                    <a:pt x="2590800" y="736599"/>
                  </a:lnTo>
                  <a:lnTo>
                    <a:pt x="2583293" y="783181"/>
                  </a:lnTo>
                  <a:lnTo>
                    <a:pt x="2562388" y="823624"/>
                  </a:lnTo>
                  <a:lnTo>
                    <a:pt x="2530504" y="855508"/>
                  </a:lnTo>
                  <a:lnTo>
                    <a:pt x="2490061" y="876413"/>
                  </a:lnTo>
                  <a:lnTo>
                    <a:pt x="2443480" y="883919"/>
                  </a:lnTo>
                  <a:lnTo>
                    <a:pt x="147320" y="883919"/>
                  </a:lnTo>
                  <a:lnTo>
                    <a:pt x="100738" y="876413"/>
                  </a:lnTo>
                  <a:lnTo>
                    <a:pt x="60295" y="855508"/>
                  </a:lnTo>
                  <a:lnTo>
                    <a:pt x="28411" y="823624"/>
                  </a:lnTo>
                  <a:lnTo>
                    <a:pt x="7506" y="783181"/>
                  </a:lnTo>
                  <a:lnTo>
                    <a:pt x="0" y="736599"/>
                  </a:lnTo>
                  <a:lnTo>
                    <a:pt x="0" y="147319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563361" y="2749295"/>
            <a:ext cx="2616200" cy="909319"/>
            <a:chOff x="5563361" y="2749295"/>
            <a:chExt cx="2616200" cy="909319"/>
          </a:xfrm>
        </p:grpSpPr>
        <p:sp>
          <p:nvSpPr>
            <p:cNvPr id="17" name="object 17"/>
            <p:cNvSpPr/>
            <p:nvPr/>
          </p:nvSpPr>
          <p:spPr>
            <a:xfrm>
              <a:off x="5575934" y="2761868"/>
              <a:ext cx="2590800" cy="883919"/>
            </a:xfrm>
            <a:custGeom>
              <a:avLst/>
              <a:gdLst/>
              <a:ahLst/>
              <a:cxnLst/>
              <a:rect l="l" t="t" r="r" b="b"/>
              <a:pathLst>
                <a:path w="2590800" h="883920">
                  <a:moveTo>
                    <a:pt x="2443480" y="0"/>
                  </a:moveTo>
                  <a:lnTo>
                    <a:pt x="147320" y="0"/>
                  </a:lnTo>
                  <a:lnTo>
                    <a:pt x="100738" y="7506"/>
                  </a:lnTo>
                  <a:lnTo>
                    <a:pt x="60295" y="28411"/>
                  </a:lnTo>
                  <a:lnTo>
                    <a:pt x="28411" y="60295"/>
                  </a:lnTo>
                  <a:lnTo>
                    <a:pt x="7506" y="100738"/>
                  </a:lnTo>
                  <a:lnTo>
                    <a:pt x="0" y="147320"/>
                  </a:lnTo>
                  <a:lnTo>
                    <a:pt x="0" y="736600"/>
                  </a:lnTo>
                  <a:lnTo>
                    <a:pt x="7506" y="783181"/>
                  </a:lnTo>
                  <a:lnTo>
                    <a:pt x="28411" y="823624"/>
                  </a:lnTo>
                  <a:lnTo>
                    <a:pt x="60295" y="855508"/>
                  </a:lnTo>
                  <a:lnTo>
                    <a:pt x="100738" y="876413"/>
                  </a:lnTo>
                  <a:lnTo>
                    <a:pt x="147320" y="883920"/>
                  </a:lnTo>
                  <a:lnTo>
                    <a:pt x="2443480" y="883920"/>
                  </a:lnTo>
                  <a:lnTo>
                    <a:pt x="2490061" y="876413"/>
                  </a:lnTo>
                  <a:lnTo>
                    <a:pt x="2530504" y="855508"/>
                  </a:lnTo>
                  <a:lnTo>
                    <a:pt x="2562388" y="823624"/>
                  </a:lnTo>
                  <a:lnTo>
                    <a:pt x="2583293" y="783181"/>
                  </a:lnTo>
                  <a:lnTo>
                    <a:pt x="2590800" y="736600"/>
                  </a:lnTo>
                  <a:lnTo>
                    <a:pt x="2590800" y="147320"/>
                  </a:lnTo>
                  <a:lnTo>
                    <a:pt x="2583293" y="100738"/>
                  </a:lnTo>
                  <a:lnTo>
                    <a:pt x="2562388" y="60295"/>
                  </a:lnTo>
                  <a:lnTo>
                    <a:pt x="2530504" y="28411"/>
                  </a:lnTo>
                  <a:lnTo>
                    <a:pt x="2490061" y="7506"/>
                  </a:lnTo>
                  <a:lnTo>
                    <a:pt x="2443480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75934" y="2761868"/>
              <a:ext cx="2590800" cy="883919"/>
            </a:xfrm>
            <a:custGeom>
              <a:avLst/>
              <a:gdLst/>
              <a:ahLst/>
              <a:cxnLst/>
              <a:rect l="l" t="t" r="r" b="b"/>
              <a:pathLst>
                <a:path w="2590800" h="883920">
                  <a:moveTo>
                    <a:pt x="0" y="147320"/>
                  </a:moveTo>
                  <a:lnTo>
                    <a:pt x="7506" y="100738"/>
                  </a:lnTo>
                  <a:lnTo>
                    <a:pt x="28411" y="60295"/>
                  </a:lnTo>
                  <a:lnTo>
                    <a:pt x="60295" y="28411"/>
                  </a:lnTo>
                  <a:lnTo>
                    <a:pt x="100738" y="7506"/>
                  </a:lnTo>
                  <a:lnTo>
                    <a:pt x="147320" y="0"/>
                  </a:lnTo>
                  <a:lnTo>
                    <a:pt x="2443480" y="0"/>
                  </a:lnTo>
                  <a:lnTo>
                    <a:pt x="2490061" y="7506"/>
                  </a:lnTo>
                  <a:lnTo>
                    <a:pt x="2530504" y="28411"/>
                  </a:lnTo>
                  <a:lnTo>
                    <a:pt x="2562388" y="60295"/>
                  </a:lnTo>
                  <a:lnTo>
                    <a:pt x="2583293" y="100738"/>
                  </a:lnTo>
                  <a:lnTo>
                    <a:pt x="2590800" y="147320"/>
                  </a:lnTo>
                  <a:lnTo>
                    <a:pt x="2590800" y="736600"/>
                  </a:lnTo>
                  <a:lnTo>
                    <a:pt x="2583293" y="783181"/>
                  </a:lnTo>
                  <a:lnTo>
                    <a:pt x="2562388" y="823624"/>
                  </a:lnTo>
                  <a:lnTo>
                    <a:pt x="2530504" y="855508"/>
                  </a:lnTo>
                  <a:lnTo>
                    <a:pt x="2490061" y="876413"/>
                  </a:lnTo>
                  <a:lnTo>
                    <a:pt x="2443480" y="883920"/>
                  </a:lnTo>
                  <a:lnTo>
                    <a:pt x="147320" y="883920"/>
                  </a:lnTo>
                  <a:lnTo>
                    <a:pt x="100738" y="876413"/>
                  </a:lnTo>
                  <a:lnTo>
                    <a:pt x="60295" y="855508"/>
                  </a:lnTo>
                  <a:lnTo>
                    <a:pt x="28411" y="823624"/>
                  </a:lnTo>
                  <a:lnTo>
                    <a:pt x="7506" y="783181"/>
                  </a:lnTo>
                  <a:lnTo>
                    <a:pt x="0" y="736600"/>
                  </a:lnTo>
                  <a:lnTo>
                    <a:pt x="0" y="14732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749544" y="2968751"/>
            <a:ext cx="2305685" cy="4305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01625" marR="5080" indent="-289560">
              <a:lnSpc>
                <a:spcPts val="1510"/>
              </a:lnSpc>
              <a:spcBef>
                <a:spcPts val="290"/>
              </a:spcBef>
            </a:pPr>
            <a:r>
              <a:rPr sz="1400" spc="-5" dirty="0">
                <a:solidFill>
                  <a:srgbClr val="FFFFFF"/>
                </a:solidFill>
                <a:latin typeface="Comic Sans MS"/>
                <a:cs typeface="Comic Sans MS"/>
              </a:rPr>
              <a:t>Once repository is created, </a:t>
            </a:r>
            <a:r>
              <a:rPr sz="1400" spc="-40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mic Sans MS"/>
                <a:cs typeface="Comic Sans MS"/>
              </a:rPr>
              <a:t>users</a:t>
            </a:r>
            <a:r>
              <a:rPr sz="1400" spc="-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mic Sans MS"/>
                <a:cs typeface="Comic Sans MS"/>
              </a:rPr>
              <a:t>can</a:t>
            </a:r>
            <a:r>
              <a:rPr sz="140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mic Sans MS"/>
                <a:cs typeface="Comic Sans MS"/>
              </a:rPr>
              <a:t>add</a:t>
            </a:r>
            <a:r>
              <a:rPr sz="1400" spc="-10" dirty="0">
                <a:solidFill>
                  <a:srgbClr val="FFFFFF"/>
                </a:solidFill>
                <a:latin typeface="Comic Sans MS"/>
                <a:cs typeface="Comic Sans MS"/>
              </a:rPr>
              <a:t> theme</a:t>
            </a:r>
            <a:endParaRPr sz="1400">
              <a:latin typeface="Comic Sans MS"/>
              <a:cs typeface="Comic Sans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26608" y="3712464"/>
            <a:ext cx="2616200" cy="909319"/>
            <a:chOff x="5626608" y="3712464"/>
            <a:chExt cx="2616200" cy="909319"/>
          </a:xfrm>
        </p:grpSpPr>
        <p:sp>
          <p:nvSpPr>
            <p:cNvPr id="21" name="object 21"/>
            <p:cNvSpPr/>
            <p:nvPr/>
          </p:nvSpPr>
          <p:spPr>
            <a:xfrm>
              <a:off x="5639181" y="3725037"/>
              <a:ext cx="2590800" cy="883919"/>
            </a:xfrm>
            <a:custGeom>
              <a:avLst/>
              <a:gdLst/>
              <a:ahLst/>
              <a:cxnLst/>
              <a:rect l="l" t="t" r="r" b="b"/>
              <a:pathLst>
                <a:path w="2590800" h="883920">
                  <a:moveTo>
                    <a:pt x="2443480" y="0"/>
                  </a:moveTo>
                  <a:lnTo>
                    <a:pt x="147320" y="0"/>
                  </a:lnTo>
                  <a:lnTo>
                    <a:pt x="100738" y="7506"/>
                  </a:lnTo>
                  <a:lnTo>
                    <a:pt x="60295" y="28411"/>
                  </a:lnTo>
                  <a:lnTo>
                    <a:pt x="28411" y="60295"/>
                  </a:lnTo>
                  <a:lnTo>
                    <a:pt x="7506" y="100738"/>
                  </a:lnTo>
                  <a:lnTo>
                    <a:pt x="0" y="147319"/>
                  </a:lnTo>
                  <a:lnTo>
                    <a:pt x="0" y="736599"/>
                  </a:lnTo>
                  <a:lnTo>
                    <a:pt x="7506" y="783181"/>
                  </a:lnTo>
                  <a:lnTo>
                    <a:pt x="28411" y="823624"/>
                  </a:lnTo>
                  <a:lnTo>
                    <a:pt x="60295" y="855508"/>
                  </a:lnTo>
                  <a:lnTo>
                    <a:pt x="100738" y="876413"/>
                  </a:lnTo>
                  <a:lnTo>
                    <a:pt x="147320" y="883919"/>
                  </a:lnTo>
                  <a:lnTo>
                    <a:pt x="2443480" y="883919"/>
                  </a:lnTo>
                  <a:lnTo>
                    <a:pt x="2490061" y="876413"/>
                  </a:lnTo>
                  <a:lnTo>
                    <a:pt x="2530504" y="855508"/>
                  </a:lnTo>
                  <a:lnTo>
                    <a:pt x="2562388" y="823624"/>
                  </a:lnTo>
                  <a:lnTo>
                    <a:pt x="2583293" y="783181"/>
                  </a:lnTo>
                  <a:lnTo>
                    <a:pt x="2590800" y="736599"/>
                  </a:lnTo>
                  <a:lnTo>
                    <a:pt x="2590800" y="147319"/>
                  </a:lnTo>
                  <a:lnTo>
                    <a:pt x="2583293" y="100738"/>
                  </a:lnTo>
                  <a:lnTo>
                    <a:pt x="2562388" y="60295"/>
                  </a:lnTo>
                  <a:lnTo>
                    <a:pt x="2530504" y="28411"/>
                  </a:lnTo>
                  <a:lnTo>
                    <a:pt x="2490061" y="7506"/>
                  </a:lnTo>
                  <a:lnTo>
                    <a:pt x="2443480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39181" y="3725037"/>
              <a:ext cx="2590800" cy="883919"/>
            </a:xfrm>
            <a:custGeom>
              <a:avLst/>
              <a:gdLst/>
              <a:ahLst/>
              <a:cxnLst/>
              <a:rect l="l" t="t" r="r" b="b"/>
              <a:pathLst>
                <a:path w="2590800" h="883920">
                  <a:moveTo>
                    <a:pt x="0" y="147319"/>
                  </a:moveTo>
                  <a:lnTo>
                    <a:pt x="7506" y="100738"/>
                  </a:lnTo>
                  <a:lnTo>
                    <a:pt x="28411" y="60295"/>
                  </a:lnTo>
                  <a:lnTo>
                    <a:pt x="60295" y="28411"/>
                  </a:lnTo>
                  <a:lnTo>
                    <a:pt x="100738" y="7506"/>
                  </a:lnTo>
                  <a:lnTo>
                    <a:pt x="147320" y="0"/>
                  </a:lnTo>
                  <a:lnTo>
                    <a:pt x="2443480" y="0"/>
                  </a:lnTo>
                  <a:lnTo>
                    <a:pt x="2490061" y="7506"/>
                  </a:lnTo>
                  <a:lnTo>
                    <a:pt x="2530504" y="28411"/>
                  </a:lnTo>
                  <a:lnTo>
                    <a:pt x="2562388" y="60295"/>
                  </a:lnTo>
                  <a:lnTo>
                    <a:pt x="2583293" y="100738"/>
                  </a:lnTo>
                  <a:lnTo>
                    <a:pt x="2590800" y="147319"/>
                  </a:lnTo>
                  <a:lnTo>
                    <a:pt x="2590800" y="736599"/>
                  </a:lnTo>
                  <a:lnTo>
                    <a:pt x="2583293" y="783181"/>
                  </a:lnTo>
                  <a:lnTo>
                    <a:pt x="2562388" y="823624"/>
                  </a:lnTo>
                  <a:lnTo>
                    <a:pt x="2530504" y="855508"/>
                  </a:lnTo>
                  <a:lnTo>
                    <a:pt x="2490061" y="876413"/>
                  </a:lnTo>
                  <a:lnTo>
                    <a:pt x="2443480" y="883919"/>
                  </a:lnTo>
                  <a:lnTo>
                    <a:pt x="147320" y="883919"/>
                  </a:lnTo>
                  <a:lnTo>
                    <a:pt x="100738" y="876413"/>
                  </a:lnTo>
                  <a:lnTo>
                    <a:pt x="60295" y="855508"/>
                  </a:lnTo>
                  <a:lnTo>
                    <a:pt x="28411" y="823624"/>
                  </a:lnTo>
                  <a:lnTo>
                    <a:pt x="7506" y="783181"/>
                  </a:lnTo>
                  <a:lnTo>
                    <a:pt x="0" y="736599"/>
                  </a:lnTo>
                  <a:lnTo>
                    <a:pt x="0" y="147319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917438" y="3931920"/>
            <a:ext cx="2033270" cy="153352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12420" marR="302260" algn="ctr">
              <a:lnSpc>
                <a:spcPts val="1510"/>
              </a:lnSpc>
              <a:spcBef>
                <a:spcPts val="290"/>
              </a:spcBef>
            </a:pPr>
            <a:r>
              <a:rPr sz="1400" spc="-5" dirty="0">
                <a:solidFill>
                  <a:srgbClr val="FFFFFF"/>
                </a:solidFill>
                <a:latin typeface="Comic Sans MS"/>
                <a:cs typeface="Comic Sans MS"/>
              </a:rPr>
              <a:t>Edit</a:t>
            </a:r>
            <a:r>
              <a:rPr sz="14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mic Sans MS"/>
                <a:cs typeface="Comic Sans MS"/>
              </a:rPr>
              <a:t>as</a:t>
            </a:r>
            <a:r>
              <a:rPr sz="14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mic Sans MS"/>
                <a:cs typeface="Comic Sans MS"/>
              </a:rPr>
              <a:t>per</a:t>
            </a:r>
            <a:r>
              <a:rPr sz="14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mic Sans MS"/>
                <a:cs typeface="Comic Sans MS"/>
              </a:rPr>
              <a:t>users </a:t>
            </a:r>
            <a:r>
              <a:rPr sz="1400" spc="-40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mic Sans MS"/>
                <a:cs typeface="Comic Sans MS"/>
              </a:rPr>
              <a:t>requirements</a:t>
            </a:r>
            <a:endParaRPr sz="14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1900">
              <a:latin typeface="Comic Sans MS"/>
              <a:cs typeface="Comic Sans MS"/>
            </a:endParaRPr>
          </a:p>
          <a:p>
            <a:pPr marL="12065" marR="5080" algn="ctr">
              <a:lnSpc>
                <a:spcPts val="1510"/>
              </a:lnSpc>
              <a:spcBef>
                <a:spcPts val="1500"/>
              </a:spcBef>
            </a:pPr>
            <a:r>
              <a:rPr sz="1400" spc="-5" dirty="0">
                <a:solidFill>
                  <a:srgbClr val="FFFFFF"/>
                </a:solidFill>
                <a:latin typeface="Comic Sans MS"/>
                <a:cs typeface="Comic Sans MS"/>
              </a:rPr>
              <a:t>Verification will be done </a:t>
            </a:r>
            <a:r>
              <a:rPr sz="1400" spc="-40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mic Sans MS"/>
                <a:cs typeface="Comic Sans MS"/>
              </a:rPr>
              <a:t>once modification </a:t>
            </a:r>
            <a:r>
              <a:rPr sz="1400" spc="-10" dirty="0">
                <a:solidFill>
                  <a:srgbClr val="FFFFFF"/>
                </a:solidFill>
                <a:latin typeface="Comic Sans MS"/>
                <a:cs typeface="Comic Sans MS"/>
              </a:rPr>
              <a:t>is </a:t>
            </a:r>
            <a:r>
              <a:rPr sz="1400" spc="-5" dirty="0">
                <a:solidFill>
                  <a:srgbClr val="FFFFFF"/>
                </a:solidFill>
                <a:latin typeface="Comic Sans MS"/>
                <a:cs typeface="Comic Sans MS"/>
              </a:rPr>
              <a:t> completed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5731"/>
            <a:ext cx="73139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GUIDELINES</a:t>
            </a:r>
            <a:r>
              <a:rPr sz="2800" spc="-45" dirty="0"/>
              <a:t> </a:t>
            </a:r>
            <a:r>
              <a:rPr sz="2800" dirty="0"/>
              <a:t>FOR</a:t>
            </a:r>
            <a:r>
              <a:rPr sz="2800" spc="-15" dirty="0"/>
              <a:t> </a:t>
            </a:r>
            <a:r>
              <a:rPr sz="2800" dirty="0"/>
              <a:t>USING</a:t>
            </a:r>
            <a:r>
              <a:rPr sz="2800" spc="-15" dirty="0"/>
              <a:t> </a:t>
            </a:r>
            <a:r>
              <a:rPr sz="2800" spc="-5" dirty="0"/>
              <a:t>GITHUB</a:t>
            </a:r>
            <a:r>
              <a:rPr sz="2800" spc="-40" dirty="0"/>
              <a:t> </a:t>
            </a:r>
            <a:r>
              <a:rPr sz="2800" dirty="0"/>
              <a:t>PAGES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1598675" y="1002791"/>
            <a:ext cx="3738879" cy="4073525"/>
            <a:chOff x="1598675" y="1002791"/>
            <a:chExt cx="3738879" cy="4073525"/>
          </a:xfrm>
        </p:grpSpPr>
        <p:sp>
          <p:nvSpPr>
            <p:cNvPr id="4" name="object 4"/>
            <p:cNvSpPr/>
            <p:nvPr/>
          </p:nvSpPr>
          <p:spPr>
            <a:xfrm>
              <a:off x="3360927" y="4520691"/>
              <a:ext cx="588010" cy="542925"/>
            </a:xfrm>
            <a:custGeom>
              <a:avLst/>
              <a:gdLst/>
              <a:ahLst/>
              <a:cxnLst/>
              <a:rect l="l" t="t" r="r" b="b"/>
              <a:pathLst>
                <a:path w="588010" h="542925">
                  <a:moveTo>
                    <a:pt x="0" y="0"/>
                  </a:moveTo>
                  <a:lnTo>
                    <a:pt x="587629" y="542670"/>
                  </a:lnTo>
                </a:path>
              </a:pathLst>
            </a:custGeom>
            <a:ln w="25400">
              <a:solidFill>
                <a:srgbClr val="A838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61562" y="3695827"/>
              <a:ext cx="890269" cy="0"/>
            </a:xfrm>
            <a:custGeom>
              <a:avLst/>
              <a:gdLst/>
              <a:ahLst/>
              <a:cxnLst/>
              <a:rect l="l" t="t" r="r" b="b"/>
              <a:pathLst>
                <a:path w="890270">
                  <a:moveTo>
                    <a:pt x="0" y="0"/>
                  </a:moveTo>
                  <a:lnTo>
                    <a:pt x="890143" y="0"/>
                  </a:lnTo>
                </a:path>
              </a:pathLst>
            </a:custGeom>
            <a:ln w="25146">
              <a:solidFill>
                <a:srgbClr val="A838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60927" y="2328036"/>
              <a:ext cx="588010" cy="542925"/>
            </a:xfrm>
            <a:custGeom>
              <a:avLst/>
              <a:gdLst/>
              <a:ahLst/>
              <a:cxnLst/>
              <a:rect l="l" t="t" r="r" b="b"/>
              <a:pathLst>
                <a:path w="588010" h="542925">
                  <a:moveTo>
                    <a:pt x="0" y="542671"/>
                  </a:moveTo>
                  <a:lnTo>
                    <a:pt x="587629" y="0"/>
                  </a:lnTo>
                </a:path>
              </a:pathLst>
            </a:custGeom>
            <a:ln w="25400">
              <a:solidFill>
                <a:srgbClr val="A838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8675" y="2879597"/>
              <a:ext cx="1738122" cy="167182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58873" y="2919984"/>
              <a:ext cx="1617980" cy="1551940"/>
            </a:xfrm>
            <a:custGeom>
              <a:avLst/>
              <a:gdLst/>
              <a:ahLst/>
              <a:cxnLst/>
              <a:rect l="l" t="t" r="r" b="b"/>
              <a:pathLst>
                <a:path w="1617979" h="1551939">
                  <a:moveTo>
                    <a:pt x="808863" y="0"/>
                  </a:moveTo>
                  <a:lnTo>
                    <a:pt x="759582" y="1415"/>
                  </a:lnTo>
                  <a:lnTo>
                    <a:pt x="711084" y="5609"/>
                  </a:lnTo>
                  <a:lnTo>
                    <a:pt x="663452" y="12499"/>
                  </a:lnTo>
                  <a:lnTo>
                    <a:pt x="616770" y="22004"/>
                  </a:lnTo>
                  <a:lnTo>
                    <a:pt x="571124" y="34043"/>
                  </a:lnTo>
                  <a:lnTo>
                    <a:pt x="526598" y="48535"/>
                  </a:lnTo>
                  <a:lnTo>
                    <a:pt x="483277" y="65399"/>
                  </a:lnTo>
                  <a:lnTo>
                    <a:pt x="441245" y="84554"/>
                  </a:lnTo>
                  <a:lnTo>
                    <a:pt x="400586" y="105917"/>
                  </a:lnTo>
                  <a:lnTo>
                    <a:pt x="361385" y="129409"/>
                  </a:lnTo>
                  <a:lnTo>
                    <a:pt x="323727" y="154948"/>
                  </a:lnTo>
                  <a:lnTo>
                    <a:pt x="287696" y="182453"/>
                  </a:lnTo>
                  <a:lnTo>
                    <a:pt x="253377" y="211842"/>
                  </a:lnTo>
                  <a:lnTo>
                    <a:pt x="220855" y="243035"/>
                  </a:lnTo>
                  <a:lnTo>
                    <a:pt x="190213" y="275950"/>
                  </a:lnTo>
                  <a:lnTo>
                    <a:pt x="161537" y="310506"/>
                  </a:lnTo>
                  <a:lnTo>
                    <a:pt x="134911" y="346622"/>
                  </a:lnTo>
                  <a:lnTo>
                    <a:pt x="110419" y="384217"/>
                  </a:lnTo>
                  <a:lnTo>
                    <a:pt x="88146" y="423209"/>
                  </a:lnTo>
                  <a:lnTo>
                    <a:pt x="68177" y="463518"/>
                  </a:lnTo>
                  <a:lnTo>
                    <a:pt x="50597" y="505061"/>
                  </a:lnTo>
                  <a:lnTo>
                    <a:pt x="35489" y="547759"/>
                  </a:lnTo>
                  <a:lnTo>
                    <a:pt x="22938" y="591529"/>
                  </a:lnTo>
                  <a:lnTo>
                    <a:pt x="13029" y="636291"/>
                  </a:lnTo>
                  <a:lnTo>
                    <a:pt x="5847" y="681964"/>
                  </a:lnTo>
                  <a:lnTo>
                    <a:pt x="1475" y="728466"/>
                  </a:lnTo>
                  <a:lnTo>
                    <a:pt x="0" y="775715"/>
                  </a:lnTo>
                  <a:lnTo>
                    <a:pt x="1475" y="822965"/>
                  </a:lnTo>
                  <a:lnTo>
                    <a:pt x="5847" y="869467"/>
                  </a:lnTo>
                  <a:lnTo>
                    <a:pt x="13029" y="915140"/>
                  </a:lnTo>
                  <a:lnTo>
                    <a:pt x="22938" y="959902"/>
                  </a:lnTo>
                  <a:lnTo>
                    <a:pt x="35489" y="1003672"/>
                  </a:lnTo>
                  <a:lnTo>
                    <a:pt x="50597" y="1046370"/>
                  </a:lnTo>
                  <a:lnTo>
                    <a:pt x="68177" y="1087913"/>
                  </a:lnTo>
                  <a:lnTo>
                    <a:pt x="88146" y="1128222"/>
                  </a:lnTo>
                  <a:lnTo>
                    <a:pt x="110419" y="1167214"/>
                  </a:lnTo>
                  <a:lnTo>
                    <a:pt x="134911" y="1204809"/>
                  </a:lnTo>
                  <a:lnTo>
                    <a:pt x="161537" y="1240925"/>
                  </a:lnTo>
                  <a:lnTo>
                    <a:pt x="190213" y="1275481"/>
                  </a:lnTo>
                  <a:lnTo>
                    <a:pt x="220855" y="1308396"/>
                  </a:lnTo>
                  <a:lnTo>
                    <a:pt x="253377" y="1339589"/>
                  </a:lnTo>
                  <a:lnTo>
                    <a:pt x="287696" y="1368978"/>
                  </a:lnTo>
                  <a:lnTo>
                    <a:pt x="323727" y="1396483"/>
                  </a:lnTo>
                  <a:lnTo>
                    <a:pt x="361385" y="1422022"/>
                  </a:lnTo>
                  <a:lnTo>
                    <a:pt x="400586" y="1445513"/>
                  </a:lnTo>
                  <a:lnTo>
                    <a:pt x="441245" y="1466877"/>
                  </a:lnTo>
                  <a:lnTo>
                    <a:pt x="483277" y="1486032"/>
                  </a:lnTo>
                  <a:lnTo>
                    <a:pt x="526598" y="1502896"/>
                  </a:lnTo>
                  <a:lnTo>
                    <a:pt x="571124" y="1517388"/>
                  </a:lnTo>
                  <a:lnTo>
                    <a:pt x="616770" y="1529427"/>
                  </a:lnTo>
                  <a:lnTo>
                    <a:pt x="663452" y="1538932"/>
                  </a:lnTo>
                  <a:lnTo>
                    <a:pt x="711084" y="1545822"/>
                  </a:lnTo>
                  <a:lnTo>
                    <a:pt x="759582" y="1550016"/>
                  </a:lnTo>
                  <a:lnTo>
                    <a:pt x="808863" y="1551431"/>
                  </a:lnTo>
                  <a:lnTo>
                    <a:pt x="858143" y="1550016"/>
                  </a:lnTo>
                  <a:lnTo>
                    <a:pt x="906641" y="1545822"/>
                  </a:lnTo>
                  <a:lnTo>
                    <a:pt x="954273" y="1538932"/>
                  </a:lnTo>
                  <a:lnTo>
                    <a:pt x="1000955" y="1529427"/>
                  </a:lnTo>
                  <a:lnTo>
                    <a:pt x="1046601" y="1517388"/>
                  </a:lnTo>
                  <a:lnTo>
                    <a:pt x="1091127" y="1502896"/>
                  </a:lnTo>
                  <a:lnTo>
                    <a:pt x="1134448" y="1486032"/>
                  </a:lnTo>
                  <a:lnTo>
                    <a:pt x="1176480" y="1466877"/>
                  </a:lnTo>
                  <a:lnTo>
                    <a:pt x="1217139" y="1445514"/>
                  </a:lnTo>
                  <a:lnTo>
                    <a:pt x="1256340" y="1422022"/>
                  </a:lnTo>
                  <a:lnTo>
                    <a:pt x="1293998" y="1396483"/>
                  </a:lnTo>
                  <a:lnTo>
                    <a:pt x="1330029" y="1368978"/>
                  </a:lnTo>
                  <a:lnTo>
                    <a:pt x="1364348" y="1339589"/>
                  </a:lnTo>
                  <a:lnTo>
                    <a:pt x="1396870" y="1308396"/>
                  </a:lnTo>
                  <a:lnTo>
                    <a:pt x="1427512" y="1275481"/>
                  </a:lnTo>
                  <a:lnTo>
                    <a:pt x="1456188" y="1240925"/>
                  </a:lnTo>
                  <a:lnTo>
                    <a:pt x="1482814" y="1204809"/>
                  </a:lnTo>
                  <a:lnTo>
                    <a:pt x="1507306" y="1167214"/>
                  </a:lnTo>
                  <a:lnTo>
                    <a:pt x="1529579" y="1128222"/>
                  </a:lnTo>
                  <a:lnTo>
                    <a:pt x="1549548" y="1087913"/>
                  </a:lnTo>
                  <a:lnTo>
                    <a:pt x="1567128" y="1046370"/>
                  </a:lnTo>
                  <a:lnTo>
                    <a:pt x="1582236" y="1003672"/>
                  </a:lnTo>
                  <a:lnTo>
                    <a:pt x="1594787" y="959902"/>
                  </a:lnTo>
                  <a:lnTo>
                    <a:pt x="1604696" y="915140"/>
                  </a:lnTo>
                  <a:lnTo>
                    <a:pt x="1611878" y="869467"/>
                  </a:lnTo>
                  <a:lnTo>
                    <a:pt x="1616250" y="822965"/>
                  </a:lnTo>
                  <a:lnTo>
                    <a:pt x="1617726" y="775715"/>
                  </a:lnTo>
                  <a:lnTo>
                    <a:pt x="1616250" y="728466"/>
                  </a:lnTo>
                  <a:lnTo>
                    <a:pt x="1611878" y="681964"/>
                  </a:lnTo>
                  <a:lnTo>
                    <a:pt x="1604696" y="636291"/>
                  </a:lnTo>
                  <a:lnTo>
                    <a:pt x="1594787" y="591529"/>
                  </a:lnTo>
                  <a:lnTo>
                    <a:pt x="1582236" y="547759"/>
                  </a:lnTo>
                  <a:lnTo>
                    <a:pt x="1567128" y="505061"/>
                  </a:lnTo>
                  <a:lnTo>
                    <a:pt x="1549548" y="463518"/>
                  </a:lnTo>
                  <a:lnTo>
                    <a:pt x="1529579" y="423209"/>
                  </a:lnTo>
                  <a:lnTo>
                    <a:pt x="1507306" y="384217"/>
                  </a:lnTo>
                  <a:lnTo>
                    <a:pt x="1482814" y="346622"/>
                  </a:lnTo>
                  <a:lnTo>
                    <a:pt x="1456188" y="310506"/>
                  </a:lnTo>
                  <a:lnTo>
                    <a:pt x="1427512" y="275950"/>
                  </a:lnTo>
                  <a:lnTo>
                    <a:pt x="1396870" y="243035"/>
                  </a:lnTo>
                  <a:lnTo>
                    <a:pt x="1364348" y="211842"/>
                  </a:lnTo>
                  <a:lnTo>
                    <a:pt x="1330029" y="182453"/>
                  </a:lnTo>
                  <a:lnTo>
                    <a:pt x="1293998" y="154948"/>
                  </a:lnTo>
                  <a:lnTo>
                    <a:pt x="1256340" y="129409"/>
                  </a:lnTo>
                  <a:lnTo>
                    <a:pt x="1217139" y="105917"/>
                  </a:lnTo>
                  <a:lnTo>
                    <a:pt x="1176480" y="84554"/>
                  </a:lnTo>
                  <a:lnTo>
                    <a:pt x="1134448" y="65399"/>
                  </a:lnTo>
                  <a:lnTo>
                    <a:pt x="1091127" y="48535"/>
                  </a:lnTo>
                  <a:lnTo>
                    <a:pt x="1046601" y="34043"/>
                  </a:lnTo>
                  <a:lnTo>
                    <a:pt x="1000955" y="22004"/>
                  </a:lnTo>
                  <a:lnTo>
                    <a:pt x="954273" y="12499"/>
                  </a:lnTo>
                  <a:lnTo>
                    <a:pt x="906641" y="5609"/>
                  </a:lnTo>
                  <a:lnTo>
                    <a:pt x="858143" y="1415"/>
                  </a:lnTo>
                  <a:lnTo>
                    <a:pt x="808863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58873" y="2919984"/>
              <a:ext cx="1617980" cy="1551940"/>
            </a:xfrm>
            <a:custGeom>
              <a:avLst/>
              <a:gdLst/>
              <a:ahLst/>
              <a:cxnLst/>
              <a:rect l="l" t="t" r="r" b="b"/>
              <a:pathLst>
                <a:path w="1617979" h="1551939">
                  <a:moveTo>
                    <a:pt x="0" y="775715"/>
                  </a:moveTo>
                  <a:lnTo>
                    <a:pt x="1475" y="728466"/>
                  </a:lnTo>
                  <a:lnTo>
                    <a:pt x="5847" y="681964"/>
                  </a:lnTo>
                  <a:lnTo>
                    <a:pt x="13029" y="636291"/>
                  </a:lnTo>
                  <a:lnTo>
                    <a:pt x="22938" y="591529"/>
                  </a:lnTo>
                  <a:lnTo>
                    <a:pt x="35489" y="547759"/>
                  </a:lnTo>
                  <a:lnTo>
                    <a:pt x="50597" y="505061"/>
                  </a:lnTo>
                  <a:lnTo>
                    <a:pt x="68177" y="463518"/>
                  </a:lnTo>
                  <a:lnTo>
                    <a:pt x="88146" y="423209"/>
                  </a:lnTo>
                  <a:lnTo>
                    <a:pt x="110419" y="384217"/>
                  </a:lnTo>
                  <a:lnTo>
                    <a:pt x="134911" y="346622"/>
                  </a:lnTo>
                  <a:lnTo>
                    <a:pt x="161537" y="310506"/>
                  </a:lnTo>
                  <a:lnTo>
                    <a:pt x="190213" y="275950"/>
                  </a:lnTo>
                  <a:lnTo>
                    <a:pt x="220855" y="243035"/>
                  </a:lnTo>
                  <a:lnTo>
                    <a:pt x="253377" y="211842"/>
                  </a:lnTo>
                  <a:lnTo>
                    <a:pt x="287696" y="182453"/>
                  </a:lnTo>
                  <a:lnTo>
                    <a:pt x="323727" y="154948"/>
                  </a:lnTo>
                  <a:lnTo>
                    <a:pt x="361385" y="129409"/>
                  </a:lnTo>
                  <a:lnTo>
                    <a:pt x="400586" y="105917"/>
                  </a:lnTo>
                  <a:lnTo>
                    <a:pt x="441245" y="84554"/>
                  </a:lnTo>
                  <a:lnTo>
                    <a:pt x="483277" y="65399"/>
                  </a:lnTo>
                  <a:lnTo>
                    <a:pt x="526598" y="48535"/>
                  </a:lnTo>
                  <a:lnTo>
                    <a:pt x="571124" y="34043"/>
                  </a:lnTo>
                  <a:lnTo>
                    <a:pt x="616770" y="22004"/>
                  </a:lnTo>
                  <a:lnTo>
                    <a:pt x="663452" y="12499"/>
                  </a:lnTo>
                  <a:lnTo>
                    <a:pt x="711084" y="5609"/>
                  </a:lnTo>
                  <a:lnTo>
                    <a:pt x="759582" y="1415"/>
                  </a:lnTo>
                  <a:lnTo>
                    <a:pt x="808863" y="0"/>
                  </a:lnTo>
                  <a:lnTo>
                    <a:pt x="858143" y="1415"/>
                  </a:lnTo>
                  <a:lnTo>
                    <a:pt x="906641" y="5609"/>
                  </a:lnTo>
                  <a:lnTo>
                    <a:pt x="954273" y="12499"/>
                  </a:lnTo>
                  <a:lnTo>
                    <a:pt x="1000955" y="22004"/>
                  </a:lnTo>
                  <a:lnTo>
                    <a:pt x="1046601" y="34043"/>
                  </a:lnTo>
                  <a:lnTo>
                    <a:pt x="1091127" y="48535"/>
                  </a:lnTo>
                  <a:lnTo>
                    <a:pt x="1134448" y="65399"/>
                  </a:lnTo>
                  <a:lnTo>
                    <a:pt x="1176480" y="84554"/>
                  </a:lnTo>
                  <a:lnTo>
                    <a:pt x="1217139" y="105917"/>
                  </a:lnTo>
                  <a:lnTo>
                    <a:pt x="1256340" y="129409"/>
                  </a:lnTo>
                  <a:lnTo>
                    <a:pt x="1293998" y="154948"/>
                  </a:lnTo>
                  <a:lnTo>
                    <a:pt x="1330029" y="182453"/>
                  </a:lnTo>
                  <a:lnTo>
                    <a:pt x="1364348" y="211842"/>
                  </a:lnTo>
                  <a:lnTo>
                    <a:pt x="1396870" y="243035"/>
                  </a:lnTo>
                  <a:lnTo>
                    <a:pt x="1427512" y="275950"/>
                  </a:lnTo>
                  <a:lnTo>
                    <a:pt x="1456188" y="310506"/>
                  </a:lnTo>
                  <a:lnTo>
                    <a:pt x="1482814" y="346622"/>
                  </a:lnTo>
                  <a:lnTo>
                    <a:pt x="1507306" y="384217"/>
                  </a:lnTo>
                  <a:lnTo>
                    <a:pt x="1529579" y="423209"/>
                  </a:lnTo>
                  <a:lnTo>
                    <a:pt x="1549548" y="463518"/>
                  </a:lnTo>
                  <a:lnTo>
                    <a:pt x="1567128" y="505061"/>
                  </a:lnTo>
                  <a:lnTo>
                    <a:pt x="1582236" y="547759"/>
                  </a:lnTo>
                  <a:lnTo>
                    <a:pt x="1594787" y="591529"/>
                  </a:lnTo>
                  <a:lnTo>
                    <a:pt x="1604696" y="636291"/>
                  </a:lnTo>
                  <a:lnTo>
                    <a:pt x="1611878" y="681964"/>
                  </a:lnTo>
                  <a:lnTo>
                    <a:pt x="1616250" y="728466"/>
                  </a:lnTo>
                  <a:lnTo>
                    <a:pt x="1617726" y="775715"/>
                  </a:lnTo>
                  <a:lnTo>
                    <a:pt x="1616250" y="822965"/>
                  </a:lnTo>
                  <a:lnTo>
                    <a:pt x="1611878" y="869467"/>
                  </a:lnTo>
                  <a:lnTo>
                    <a:pt x="1604696" y="915140"/>
                  </a:lnTo>
                  <a:lnTo>
                    <a:pt x="1594787" y="959902"/>
                  </a:lnTo>
                  <a:lnTo>
                    <a:pt x="1582236" y="1003672"/>
                  </a:lnTo>
                  <a:lnTo>
                    <a:pt x="1567128" y="1046370"/>
                  </a:lnTo>
                  <a:lnTo>
                    <a:pt x="1549548" y="1087913"/>
                  </a:lnTo>
                  <a:lnTo>
                    <a:pt x="1529579" y="1128222"/>
                  </a:lnTo>
                  <a:lnTo>
                    <a:pt x="1507306" y="1167214"/>
                  </a:lnTo>
                  <a:lnTo>
                    <a:pt x="1482814" y="1204809"/>
                  </a:lnTo>
                  <a:lnTo>
                    <a:pt x="1456188" y="1240925"/>
                  </a:lnTo>
                  <a:lnTo>
                    <a:pt x="1427512" y="1275481"/>
                  </a:lnTo>
                  <a:lnTo>
                    <a:pt x="1396870" y="1308396"/>
                  </a:lnTo>
                  <a:lnTo>
                    <a:pt x="1364348" y="1339589"/>
                  </a:lnTo>
                  <a:lnTo>
                    <a:pt x="1330029" y="1368978"/>
                  </a:lnTo>
                  <a:lnTo>
                    <a:pt x="1293998" y="1396483"/>
                  </a:lnTo>
                  <a:lnTo>
                    <a:pt x="1256340" y="1422022"/>
                  </a:lnTo>
                  <a:lnTo>
                    <a:pt x="1217139" y="1445514"/>
                  </a:lnTo>
                  <a:lnTo>
                    <a:pt x="1176480" y="1466877"/>
                  </a:lnTo>
                  <a:lnTo>
                    <a:pt x="1134448" y="1486032"/>
                  </a:lnTo>
                  <a:lnTo>
                    <a:pt x="1091127" y="1502896"/>
                  </a:lnTo>
                  <a:lnTo>
                    <a:pt x="1046601" y="1517388"/>
                  </a:lnTo>
                  <a:lnTo>
                    <a:pt x="1000955" y="1529427"/>
                  </a:lnTo>
                  <a:lnTo>
                    <a:pt x="954273" y="1538932"/>
                  </a:lnTo>
                  <a:lnTo>
                    <a:pt x="906641" y="1545822"/>
                  </a:lnTo>
                  <a:lnTo>
                    <a:pt x="858143" y="1550016"/>
                  </a:lnTo>
                  <a:lnTo>
                    <a:pt x="808863" y="1551431"/>
                  </a:lnTo>
                  <a:lnTo>
                    <a:pt x="759582" y="1550016"/>
                  </a:lnTo>
                  <a:lnTo>
                    <a:pt x="711084" y="1545822"/>
                  </a:lnTo>
                  <a:lnTo>
                    <a:pt x="663452" y="1538932"/>
                  </a:lnTo>
                  <a:lnTo>
                    <a:pt x="616770" y="1529427"/>
                  </a:lnTo>
                  <a:lnTo>
                    <a:pt x="571124" y="1517388"/>
                  </a:lnTo>
                  <a:lnTo>
                    <a:pt x="526598" y="1502896"/>
                  </a:lnTo>
                  <a:lnTo>
                    <a:pt x="483277" y="1486032"/>
                  </a:lnTo>
                  <a:lnTo>
                    <a:pt x="441245" y="1466877"/>
                  </a:lnTo>
                  <a:lnTo>
                    <a:pt x="400586" y="1445513"/>
                  </a:lnTo>
                  <a:lnTo>
                    <a:pt x="361385" y="1422022"/>
                  </a:lnTo>
                  <a:lnTo>
                    <a:pt x="323727" y="1396483"/>
                  </a:lnTo>
                  <a:lnTo>
                    <a:pt x="287696" y="1368978"/>
                  </a:lnTo>
                  <a:lnTo>
                    <a:pt x="253377" y="1339589"/>
                  </a:lnTo>
                  <a:lnTo>
                    <a:pt x="220855" y="1308396"/>
                  </a:lnTo>
                  <a:lnTo>
                    <a:pt x="190213" y="1275481"/>
                  </a:lnTo>
                  <a:lnTo>
                    <a:pt x="161537" y="1240925"/>
                  </a:lnTo>
                  <a:lnTo>
                    <a:pt x="134911" y="1204809"/>
                  </a:lnTo>
                  <a:lnTo>
                    <a:pt x="110419" y="1167214"/>
                  </a:lnTo>
                  <a:lnTo>
                    <a:pt x="88146" y="1128222"/>
                  </a:lnTo>
                  <a:lnTo>
                    <a:pt x="68177" y="1087913"/>
                  </a:lnTo>
                  <a:lnTo>
                    <a:pt x="50597" y="1046370"/>
                  </a:lnTo>
                  <a:lnTo>
                    <a:pt x="35489" y="1003672"/>
                  </a:lnTo>
                  <a:lnTo>
                    <a:pt x="22938" y="959902"/>
                  </a:lnTo>
                  <a:lnTo>
                    <a:pt x="13029" y="915140"/>
                  </a:lnTo>
                  <a:lnTo>
                    <a:pt x="5847" y="869467"/>
                  </a:lnTo>
                  <a:lnTo>
                    <a:pt x="1475" y="822965"/>
                  </a:lnTo>
                  <a:lnTo>
                    <a:pt x="0" y="775715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5031" y="1002791"/>
              <a:ext cx="1652015" cy="165125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45230" y="1043177"/>
              <a:ext cx="1531620" cy="1530985"/>
            </a:xfrm>
            <a:custGeom>
              <a:avLst/>
              <a:gdLst/>
              <a:ahLst/>
              <a:cxnLst/>
              <a:rect l="l" t="t" r="r" b="b"/>
              <a:pathLst>
                <a:path w="1531620" h="1530985">
                  <a:moveTo>
                    <a:pt x="765810" y="0"/>
                  </a:moveTo>
                  <a:lnTo>
                    <a:pt x="717382" y="1505"/>
                  </a:lnTo>
                  <a:lnTo>
                    <a:pt x="669755" y="5962"/>
                  </a:lnTo>
                  <a:lnTo>
                    <a:pt x="623017" y="13282"/>
                  </a:lnTo>
                  <a:lnTo>
                    <a:pt x="577259" y="23374"/>
                  </a:lnTo>
                  <a:lnTo>
                    <a:pt x="532569" y="36148"/>
                  </a:lnTo>
                  <a:lnTo>
                    <a:pt x="489039" y="51516"/>
                  </a:lnTo>
                  <a:lnTo>
                    <a:pt x="446757" y="69387"/>
                  </a:lnTo>
                  <a:lnTo>
                    <a:pt x="405814" y="89672"/>
                  </a:lnTo>
                  <a:lnTo>
                    <a:pt x="366299" y="112281"/>
                  </a:lnTo>
                  <a:lnTo>
                    <a:pt x="328301" y="137126"/>
                  </a:lnTo>
                  <a:lnTo>
                    <a:pt x="291911" y="164115"/>
                  </a:lnTo>
                  <a:lnTo>
                    <a:pt x="257219" y="193160"/>
                  </a:lnTo>
                  <a:lnTo>
                    <a:pt x="224313" y="224170"/>
                  </a:lnTo>
                  <a:lnTo>
                    <a:pt x="193285" y="257057"/>
                  </a:lnTo>
                  <a:lnTo>
                    <a:pt x="164223" y="291731"/>
                  </a:lnTo>
                  <a:lnTo>
                    <a:pt x="137217" y="328101"/>
                  </a:lnTo>
                  <a:lnTo>
                    <a:pt x="112357" y="366079"/>
                  </a:lnTo>
                  <a:lnTo>
                    <a:pt x="89733" y="405575"/>
                  </a:lnTo>
                  <a:lnTo>
                    <a:pt x="69435" y="446499"/>
                  </a:lnTo>
                  <a:lnTo>
                    <a:pt x="51552" y="488762"/>
                  </a:lnTo>
                  <a:lnTo>
                    <a:pt x="36173" y="532273"/>
                  </a:lnTo>
                  <a:lnTo>
                    <a:pt x="23390" y="576944"/>
                  </a:lnTo>
                  <a:lnTo>
                    <a:pt x="13291" y="622685"/>
                  </a:lnTo>
                  <a:lnTo>
                    <a:pt x="5967" y="669405"/>
                  </a:lnTo>
                  <a:lnTo>
                    <a:pt x="1506" y="717016"/>
                  </a:lnTo>
                  <a:lnTo>
                    <a:pt x="0" y="765428"/>
                  </a:lnTo>
                  <a:lnTo>
                    <a:pt x="1506" y="813841"/>
                  </a:lnTo>
                  <a:lnTo>
                    <a:pt x="5967" y="861452"/>
                  </a:lnTo>
                  <a:lnTo>
                    <a:pt x="13291" y="908172"/>
                  </a:lnTo>
                  <a:lnTo>
                    <a:pt x="23390" y="953913"/>
                  </a:lnTo>
                  <a:lnTo>
                    <a:pt x="36173" y="998584"/>
                  </a:lnTo>
                  <a:lnTo>
                    <a:pt x="51552" y="1042095"/>
                  </a:lnTo>
                  <a:lnTo>
                    <a:pt x="69435" y="1084358"/>
                  </a:lnTo>
                  <a:lnTo>
                    <a:pt x="89733" y="1125282"/>
                  </a:lnTo>
                  <a:lnTo>
                    <a:pt x="112357" y="1164778"/>
                  </a:lnTo>
                  <a:lnTo>
                    <a:pt x="137217" y="1202756"/>
                  </a:lnTo>
                  <a:lnTo>
                    <a:pt x="164223" y="1239126"/>
                  </a:lnTo>
                  <a:lnTo>
                    <a:pt x="193285" y="1273800"/>
                  </a:lnTo>
                  <a:lnTo>
                    <a:pt x="224313" y="1306687"/>
                  </a:lnTo>
                  <a:lnTo>
                    <a:pt x="257219" y="1337697"/>
                  </a:lnTo>
                  <a:lnTo>
                    <a:pt x="291911" y="1366742"/>
                  </a:lnTo>
                  <a:lnTo>
                    <a:pt x="328301" y="1393731"/>
                  </a:lnTo>
                  <a:lnTo>
                    <a:pt x="366299" y="1418576"/>
                  </a:lnTo>
                  <a:lnTo>
                    <a:pt x="405814" y="1441185"/>
                  </a:lnTo>
                  <a:lnTo>
                    <a:pt x="446757" y="1461470"/>
                  </a:lnTo>
                  <a:lnTo>
                    <a:pt x="489039" y="1479341"/>
                  </a:lnTo>
                  <a:lnTo>
                    <a:pt x="532569" y="1494709"/>
                  </a:lnTo>
                  <a:lnTo>
                    <a:pt x="577259" y="1507483"/>
                  </a:lnTo>
                  <a:lnTo>
                    <a:pt x="623017" y="1517575"/>
                  </a:lnTo>
                  <a:lnTo>
                    <a:pt x="669755" y="1524895"/>
                  </a:lnTo>
                  <a:lnTo>
                    <a:pt x="717382" y="1529352"/>
                  </a:lnTo>
                  <a:lnTo>
                    <a:pt x="765810" y="1530858"/>
                  </a:lnTo>
                  <a:lnTo>
                    <a:pt x="814237" y="1529352"/>
                  </a:lnTo>
                  <a:lnTo>
                    <a:pt x="861864" y="1524895"/>
                  </a:lnTo>
                  <a:lnTo>
                    <a:pt x="908602" y="1517575"/>
                  </a:lnTo>
                  <a:lnTo>
                    <a:pt x="954360" y="1507483"/>
                  </a:lnTo>
                  <a:lnTo>
                    <a:pt x="999050" y="1494709"/>
                  </a:lnTo>
                  <a:lnTo>
                    <a:pt x="1042580" y="1479341"/>
                  </a:lnTo>
                  <a:lnTo>
                    <a:pt x="1084862" y="1461470"/>
                  </a:lnTo>
                  <a:lnTo>
                    <a:pt x="1125805" y="1441185"/>
                  </a:lnTo>
                  <a:lnTo>
                    <a:pt x="1165320" y="1418576"/>
                  </a:lnTo>
                  <a:lnTo>
                    <a:pt x="1203318" y="1393731"/>
                  </a:lnTo>
                  <a:lnTo>
                    <a:pt x="1239708" y="1366742"/>
                  </a:lnTo>
                  <a:lnTo>
                    <a:pt x="1274400" y="1337697"/>
                  </a:lnTo>
                  <a:lnTo>
                    <a:pt x="1307306" y="1306687"/>
                  </a:lnTo>
                  <a:lnTo>
                    <a:pt x="1338334" y="1273800"/>
                  </a:lnTo>
                  <a:lnTo>
                    <a:pt x="1367396" y="1239126"/>
                  </a:lnTo>
                  <a:lnTo>
                    <a:pt x="1394402" y="1202756"/>
                  </a:lnTo>
                  <a:lnTo>
                    <a:pt x="1419262" y="1164778"/>
                  </a:lnTo>
                  <a:lnTo>
                    <a:pt x="1441886" y="1125282"/>
                  </a:lnTo>
                  <a:lnTo>
                    <a:pt x="1462184" y="1084358"/>
                  </a:lnTo>
                  <a:lnTo>
                    <a:pt x="1480067" y="1042095"/>
                  </a:lnTo>
                  <a:lnTo>
                    <a:pt x="1495446" y="998584"/>
                  </a:lnTo>
                  <a:lnTo>
                    <a:pt x="1508229" y="953913"/>
                  </a:lnTo>
                  <a:lnTo>
                    <a:pt x="1518328" y="908172"/>
                  </a:lnTo>
                  <a:lnTo>
                    <a:pt x="1525652" y="861452"/>
                  </a:lnTo>
                  <a:lnTo>
                    <a:pt x="1530113" y="813841"/>
                  </a:lnTo>
                  <a:lnTo>
                    <a:pt x="1531620" y="765428"/>
                  </a:lnTo>
                  <a:lnTo>
                    <a:pt x="1530113" y="717016"/>
                  </a:lnTo>
                  <a:lnTo>
                    <a:pt x="1525652" y="669405"/>
                  </a:lnTo>
                  <a:lnTo>
                    <a:pt x="1518328" y="622685"/>
                  </a:lnTo>
                  <a:lnTo>
                    <a:pt x="1508229" y="576944"/>
                  </a:lnTo>
                  <a:lnTo>
                    <a:pt x="1495446" y="532273"/>
                  </a:lnTo>
                  <a:lnTo>
                    <a:pt x="1480067" y="488762"/>
                  </a:lnTo>
                  <a:lnTo>
                    <a:pt x="1462184" y="446499"/>
                  </a:lnTo>
                  <a:lnTo>
                    <a:pt x="1441886" y="405575"/>
                  </a:lnTo>
                  <a:lnTo>
                    <a:pt x="1419262" y="366079"/>
                  </a:lnTo>
                  <a:lnTo>
                    <a:pt x="1394402" y="328101"/>
                  </a:lnTo>
                  <a:lnTo>
                    <a:pt x="1367396" y="291731"/>
                  </a:lnTo>
                  <a:lnTo>
                    <a:pt x="1338334" y="257057"/>
                  </a:lnTo>
                  <a:lnTo>
                    <a:pt x="1307306" y="224170"/>
                  </a:lnTo>
                  <a:lnTo>
                    <a:pt x="1274400" y="193160"/>
                  </a:lnTo>
                  <a:lnTo>
                    <a:pt x="1239708" y="164115"/>
                  </a:lnTo>
                  <a:lnTo>
                    <a:pt x="1203318" y="137126"/>
                  </a:lnTo>
                  <a:lnTo>
                    <a:pt x="1165320" y="112281"/>
                  </a:lnTo>
                  <a:lnTo>
                    <a:pt x="1125805" y="89672"/>
                  </a:lnTo>
                  <a:lnTo>
                    <a:pt x="1084862" y="69387"/>
                  </a:lnTo>
                  <a:lnTo>
                    <a:pt x="1042580" y="51516"/>
                  </a:lnTo>
                  <a:lnTo>
                    <a:pt x="999050" y="36148"/>
                  </a:lnTo>
                  <a:lnTo>
                    <a:pt x="954360" y="23374"/>
                  </a:lnTo>
                  <a:lnTo>
                    <a:pt x="908602" y="13282"/>
                  </a:lnTo>
                  <a:lnTo>
                    <a:pt x="861864" y="5962"/>
                  </a:lnTo>
                  <a:lnTo>
                    <a:pt x="814237" y="1505"/>
                  </a:lnTo>
                  <a:lnTo>
                    <a:pt x="765810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45230" y="1043177"/>
              <a:ext cx="1531620" cy="1530985"/>
            </a:xfrm>
            <a:custGeom>
              <a:avLst/>
              <a:gdLst/>
              <a:ahLst/>
              <a:cxnLst/>
              <a:rect l="l" t="t" r="r" b="b"/>
              <a:pathLst>
                <a:path w="1531620" h="1530985">
                  <a:moveTo>
                    <a:pt x="0" y="765428"/>
                  </a:moveTo>
                  <a:lnTo>
                    <a:pt x="1506" y="717016"/>
                  </a:lnTo>
                  <a:lnTo>
                    <a:pt x="5967" y="669405"/>
                  </a:lnTo>
                  <a:lnTo>
                    <a:pt x="13291" y="622685"/>
                  </a:lnTo>
                  <a:lnTo>
                    <a:pt x="23390" y="576944"/>
                  </a:lnTo>
                  <a:lnTo>
                    <a:pt x="36173" y="532273"/>
                  </a:lnTo>
                  <a:lnTo>
                    <a:pt x="51552" y="488762"/>
                  </a:lnTo>
                  <a:lnTo>
                    <a:pt x="69435" y="446499"/>
                  </a:lnTo>
                  <a:lnTo>
                    <a:pt x="89733" y="405575"/>
                  </a:lnTo>
                  <a:lnTo>
                    <a:pt x="112357" y="366079"/>
                  </a:lnTo>
                  <a:lnTo>
                    <a:pt x="137217" y="328101"/>
                  </a:lnTo>
                  <a:lnTo>
                    <a:pt x="164223" y="291731"/>
                  </a:lnTo>
                  <a:lnTo>
                    <a:pt x="193285" y="257057"/>
                  </a:lnTo>
                  <a:lnTo>
                    <a:pt x="224313" y="224170"/>
                  </a:lnTo>
                  <a:lnTo>
                    <a:pt x="257219" y="193160"/>
                  </a:lnTo>
                  <a:lnTo>
                    <a:pt x="291911" y="164115"/>
                  </a:lnTo>
                  <a:lnTo>
                    <a:pt x="328301" y="137126"/>
                  </a:lnTo>
                  <a:lnTo>
                    <a:pt x="366299" y="112281"/>
                  </a:lnTo>
                  <a:lnTo>
                    <a:pt x="405814" y="89672"/>
                  </a:lnTo>
                  <a:lnTo>
                    <a:pt x="446757" y="69387"/>
                  </a:lnTo>
                  <a:lnTo>
                    <a:pt x="489039" y="51516"/>
                  </a:lnTo>
                  <a:lnTo>
                    <a:pt x="532569" y="36148"/>
                  </a:lnTo>
                  <a:lnTo>
                    <a:pt x="577259" y="23374"/>
                  </a:lnTo>
                  <a:lnTo>
                    <a:pt x="623017" y="13282"/>
                  </a:lnTo>
                  <a:lnTo>
                    <a:pt x="669755" y="5962"/>
                  </a:lnTo>
                  <a:lnTo>
                    <a:pt x="717382" y="1505"/>
                  </a:lnTo>
                  <a:lnTo>
                    <a:pt x="765810" y="0"/>
                  </a:lnTo>
                  <a:lnTo>
                    <a:pt x="814237" y="1505"/>
                  </a:lnTo>
                  <a:lnTo>
                    <a:pt x="861864" y="5962"/>
                  </a:lnTo>
                  <a:lnTo>
                    <a:pt x="908602" y="13282"/>
                  </a:lnTo>
                  <a:lnTo>
                    <a:pt x="954360" y="23374"/>
                  </a:lnTo>
                  <a:lnTo>
                    <a:pt x="999050" y="36148"/>
                  </a:lnTo>
                  <a:lnTo>
                    <a:pt x="1042580" y="51516"/>
                  </a:lnTo>
                  <a:lnTo>
                    <a:pt x="1084862" y="69387"/>
                  </a:lnTo>
                  <a:lnTo>
                    <a:pt x="1125805" y="89672"/>
                  </a:lnTo>
                  <a:lnTo>
                    <a:pt x="1165320" y="112281"/>
                  </a:lnTo>
                  <a:lnTo>
                    <a:pt x="1203318" y="137126"/>
                  </a:lnTo>
                  <a:lnTo>
                    <a:pt x="1239708" y="164115"/>
                  </a:lnTo>
                  <a:lnTo>
                    <a:pt x="1274400" y="193160"/>
                  </a:lnTo>
                  <a:lnTo>
                    <a:pt x="1307306" y="224170"/>
                  </a:lnTo>
                  <a:lnTo>
                    <a:pt x="1338334" y="257057"/>
                  </a:lnTo>
                  <a:lnTo>
                    <a:pt x="1367396" y="291731"/>
                  </a:lnTo>
                  <a:lnTo>
                    <a:pt x="1394402" y="328101"/>
                  </a:lnTo>
                  <a:lnTo>
                    <a:pt x="1419262" y="366079"/>
                  </a:lnTo>
                  <a:lnTo>
                    <a:pt x="1441886" y="405575"/>
                  </a:lnTo>
                  <a:lnTo>
                    <a:pt x="1462184" y="446499"/>
                  </a:lnTo>
                  <a:lnTo>
                    <a:pt x="1480067" y="488762"/>
                  </a:lnTo>
                  <a:lnTo>
                    <a:pt x="1495446" y="532273"/>
                  </a:lnTo>
                  <a:lnTo>
                    <a:pt x="1508229" y="576944"/>
                  </a:lnTo>
                  <a:lnTo>
                    <a:pt x="1518328" y="622685"/>
                  </a:lnTo>
                  <a:lnTo>
                    <a:pt x="1525652" y="669405"/>
                  </a:lnTo>
                  <a:lnTo>
                    <a:pt x="1530113" y="717016"/>
                  </a:lnTo>
                  <a:lnTo>
                    <a:pt x="1531620" y="765428"/>
                  </a:lnTo>
                  <a:lnTo>
                    <a:pt x="1530113" y="813841"/>
                  </a:lnTo>
                  <a:lnTo>
                    <a:pt x="1525652" y="861452"/>
                  </a:lnTo>
                  <a:lnTo>
                    <a:pt x="1518328" y="908172"/>
                  </a:lnTo>
                  <a:lnTo>
                    <a:pt x="1508229" y="953913"/>
                  </a:lnTo>
                  <a:lnTo>
                    <a:pt x="1495446" y="998584"/>
                  </a:lnTo>
                  <a:lnTo>
                    <a:pt x="1480067" y="1042095"/>
                  </a:lnTo>
                  <a:lnTo>
                    <a:pt x="1462184" y="1084358"/>
                  </a:lnTo>
                  <a:lnTo>
                    <a:pt x="1441886" y="1125282"/>
                  </a:lnTo>
                  <a:lnTo>
                    <a:pt x="1419262" y="1164778"/>
                  </a:lnTo>
                  <a:lnTo>
                    <a:pt x="1394402" y="1202756"/>
                  </a:lnTo>
                  <a:lnTo>
                    <a:pt x="1367396" y="1239126"/>
                  </a:lnTo>
                  <a:lnTo>
                    <a:pt x="1338334" y="1273800"/>
                  </a:lnTo>
                  <a:lnTo>
                    <a:pt x="1307306" y="1306687"/>
                  </a:lnTo>
                  <a:lnTo>
                    <a:pt x="1274400" y="1337697"/>
                  </a:lnTo>
                  <a:lnTo>
                    <a:pt x="1239708" y="1366742"/>
                  </a:lnTo>
                  <a:lnTo>
                    <a:pt x="1203318" y="1393731"/>
                  </a:lnTo>
                  <a:lnTo>
                    <a:pt x="1165320" y="1418576"/>
                  </a:lnTo>
                  <a:lnTo>
                    <a:pt x="1125805" y="1441185"/>
                  </a:lnTo>
                  <a:lnTo>
                    <a:pt x="1084862" y="1461470"/>
                  </a:lnTo>
                  <a:lnTo>
                    <a:pt x="1042580" y="1479341"/>
                  </a:lnTo>
                  <a:lnTo>
                    <a:pt x="999050" y="1494709"/>
                  </a:lnTo>
                  <a:lnTo>
                    <a:pt x="954360" y="1507483"/>
                  </a:lnTo>
                  <a:lnTo>
                    <a:pt x="908602" y="1517575"/>
                  </a:lnTo>
                  <a:lnTo>
                    <a:pt x="861864" y="1524895"/>
                  </a:lnTo>
                  <a:lnTo>
                    <a:pt x="814237" y="1529352"/>
                  </a:lnTo>
                  <a:lnTo>
                    <a:pt x="765810" y="1530858"/>
                  </a:lnTo>
                  <a:lnTo>
                    <a:pt x="717382" y="1529352"/>
                  </a:lnTo>
                  <a:lnTo>
                    <a:pt x="669755" y="1524895"/>
                  </a:lnTo>
                  <a:lnTo>
                    <a:pt x="623017" y="1517575"/>
                  </a:lnTo>
                  <a:lnTo>
                    <a:pt x="577259" y="1507483"/>
                  </a:lnTo>
                  <a:lnTo>
                    <a:pt x="532569" y="1494709"/>
                  </a:lnTo>
                  <a:lnTo>
                    <a:pt x="489039" y="1479341"/>
                  </a:lnTo>
                  <a:lnTo>
                    <a:pt x="446757" y="1461470"/>
                  </a:lnTo>
                  <a:lnTo>
                    <a:pt x="405814" y="1441185"/>
                  </a:lnTo>
                  <a:lnTo>
                    <a:pt x="366299" y="1418576"/>
                  </a:lnTo>
                  <a:lnTo>
                    <a:pt x="328301" y="1393731"/>
                  </a:lnTo>
                  <a:lnTo>
                    <a:pt x="291911" y="1366742"/>
                  </a:lnTo>
                  <a:lnTo>
                    <a:pt x="257219" y="1337697"/>
                  </a:lnTo>
                  <a:lnTo>
                    <a:pt x="224313" y="1306687"/>
                  </a:lnTo>
                  <a:lnTo>
                    <a:pt x="193285" y="1273800"/>
                  </a:lnTo>
                  <a:lnTo>
                    <a:pt x="164223" y="1239126"/>
                  </a:lnTo>
                  <a:lnTo>
                    <a:pt x="137217" y="1202756"/>
                  </a:lnTo>
                  <a:lnTo>
                    <a:pt x="112357" y="1164778"/>
                  </a:lnTo>
                  <a:lnTo>
                    <a:pt x="89733" y="1125282"/>
                  </a:lnTo>
                  <a:lnTo>
                    <a:pt x="69435" y="1084358"/>
                  </a:lnTo>
                  <a:lnTo>
                    <a:pt x="51552" y="1042095"/>
                  </a:lnTo>
                  <a:lnTo>
                    <a:pt x="36173" y="998584"/>
                  </a:lnTo>
                  <a:lnTo>
                    <a:pt x="23390" y="953913"/>
                  </a:lnTo>
                  <a:lnTo>
                    <a:pt x="13291" y="908172"/>
                  </a:lnTo>
                  <a:lnTo>
                    <a:pt x="5967" y="861452"/>
                  </a:lnTo>
                  <a:lnTo>
                    <a:pt x="1506" y="813841"/>
                  </a:lnTo>
                  <a:lnTo>
                    <a:pt x="0" y="765428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78147" y="1540509"/>
            <a:ext cx="1066165" cy="5130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-635" algn="ctr">
              <a:lnSpc>
                <a:spcPct val="85100"/>
              </a:lnSpc>
              <a:spcBef>
                <a:spcPts val="260"/>
              </a:spcBef>
            </a:pPr>
            <a:r>
              <a:rPr sz="9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Designed</a:t>
            </a:r>
            <a:r>
              <a:rPr sz="900" spc="-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to</a:t>
            </a:r>
            <a:r>
              <a:rPr sz="900" spc="-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host </a:t>
            </a:r>
            <a:r>
              <a:rPr sz="900" spc="-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9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users </a:t>
            </a:r>
            <a:r>
              <a:rPr sz="9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personal and </a:t>
            </a:r>
            <a:r>
              <a:rPr sz="900" spc="-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organizational </a:t>
            </a:r>
            <a:r>
              <a:rPr sz="9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project </a:t>
            </a:r>
            <a:r>
              <a:rPr sz="900" spc="-2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pages</a:t>
            </a:r>
            <a:endParaRPr sz="900">
              <a:latin typeface="Franklin Gothic Medium"/>
              <a:cs typeface="Franklin Gothic Medium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191000" y="2889504"/>
            <a:ext cx="1652270" cy="1652270"/>
            <a:chOff x="4191000" y="2889504"/>
            <a:chExt cx="1652270" cy="165227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91000" y="2889504"/>
              <a:ext cx="1652016" cy="165201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251197" y="2929890"/>
              <a:ext cx="1531620" cy="1531620"/>
            </a:xfrm>
            <a:custGeom>
              <a:avLst/>
              <a:gdLst/>
              <a:ahLst/>
              <a:cxnLst/>
              <a:rect l="l" t="t" r="r" b="b"/>
              <a:pathLst>
                <a:path w="1531620" h="1531620">
                  <a:moveTo>
                    <a:pt x="765810" y="0"/>
                  </a:moveTo>
                  <a:lnTo>
                    <a:pt x="717382" y="1506"/>
                  </a:lnTo>
                  <a:lnTo>
                    <a:pt x="669755" y="5967"/>
                  </a:lnTo>
                  <a:lnTo>
                    <a:pt x="623017" y="13291"/>
                  </a:lnTo>
                  <a:lnTo>
                    <a:pt x="577259" y="23390"/>
                  </a:lnTo>
                  <a:lnTo>
                    <a:pt x="532569" y="36173"/>
                  </a:lnTo>
                  <a:lnTo>
                    <a:pt x="489039" y="51552"/>
                  </a:lnTo>
                  <a:lnTo>
                    <a:pt x="446757" y="69435"/>
                  </a:lnTo>
                  <a:lnTo>
                    <a:pt x="405814" y="89733"/>
                  </a:lnTo>
                  <a:lnTo>
                    <a:pt x="366299" y="112357"/>
                  </a:lnTo>
                  <a:lnTo>
                    <a:pt x="328301" y="137217"/>
                  </a:lnTo>
                  <a:lnTo>
                    <a:pt x="291911" y="164223"/>
                  </a:lnTo>
                  <a:lnTo>
                    <a:pt x="257219" y="193285"/>
                  </a:lnTo>
                  <a:lnTo>
                    <a:pt x="224313" y="224313"/>
                  </a:lnTo>
                  <a:lnTo>
                    <a:pt x="193285" y="257219"/>
                  </a:lnTo>
                  <a:lnTo>
                    <a:pt x="164223" y="291911"/>
                  </a:lnTo>
                  <a:lnTo>
                    <a:pt x="137217" y="328301"/>
                  </a:lnTo>
                  <a:lnTo>
                    <a:pt x="112357" y="366299"/>
                  </a:lnTo>
                  <a:lnTo>
                    <a:pt x="89733" y="405814"/>
                  </a:lnTo>
                  <a:lnTo>
                    <a:pt x="69435" y="446757"/>
                  </a:lnTo>
                  <a:lnTo>
                    <a:pt x="51552" y="489039"/>
                  </a:lnTo>
                  <a:lnTo>
                    <a:pt x="36173" y="532569"/>
                  </a:lnTo>
                  <a:lnTo>
                    <a:pt x="23390" y="577259"/>
                  </a:lnTo>
                  <a:lnTo>
                    <a:pt x="13291" y="623017"/>
                  </a:lnTo>
                  <a:lnTo>
                    <a:pt x="5967" y="669755"/>
                  </a:lnTo>
                  <a:lnTo>
                    <a:pt x="1506" y="717382"/>
                  </a:lnTo>
                  <a:lnTo>
                    <a:pt x="0" y="765810"/>
                  </a:lnTo>
                  <a:lnTo>
                    <a:pt x="1506" y="814237"/>
                  </a:lnTo>
                  <a:lnTo>
                    <a:pt x="5967" y="861864"/>
                  </a:lnTo>
                  <a:lnTo>
                    <a:pt x="13291" y="908602"/>
                  </a:lnTo>
                  <a:lnTo>
                    <a:pt x="23390" y="954360"/>
                  </a:lnTo>
                  <a:lnTo>
                    <a:pt x="36173" y="999050"/>
                  </a:lnTo>
                  <a:lnTo>
                    <a:pt x="51552" y="1042580"/>
                  </a:lnTo>
                  <a:lnTo>
                    <a:pt x="69435" y="1084862"/>
                  </a:lnTo>
                  <a:lnTo>
                    <a:pt x="89733" y="1125805"/>
                  </a:lnTo>
                  <a:lnTo>
                    <a:pt x="112357" y="1165320"/>
                  </a:lnTo>
                  <a:lnTo>
                    <a:pt x="137217" y="1203318"/>
                  </a:lnTo>
                  <a:lnTo>
                    <a:pt x="164223" y="1239708"/>
                  </a:lnTo>
                  <a:lnTo>
                    <a:pt x="193285" y="1274400"/>
                  </a:lnTo>
                  <a:lnTo>
                    <a:pt x="224313" y="1307306"/>
                  </a:lnTo>
                  <a:lnTo>
                    <a:pt x="257219" y="1338334"/>
                  </a:lnTo>
                  <a:lnTo>
                    <a:pt x="291911" y="1367396"/>
                  </a:lnTo>
                  <a:lnTo>
                    <a:pt x="328301" y="1394402"/>
                  </a:lnTo>
                  <a:lnTo>
                    <a:pt x="366299" y="1419262"/>
                  </a:lnTo>
                  <a:lnTo>
                    <a:pt x="405814" y="1441886"/>
                  </a:lnTo>
                  <a:lnTo>
                    <a:pt x="446757" y="1462184"/>
                  </a:lnTo>
                  <a:lnTo>
                    <a:pt x="489039" y="1480067"/>
                  </a:lnTo>
                  <a:lnTo>
                    <a:pt x="532569" y="1495446"/>
                  </a:lnTo>
                  <a:lnTo>
                    <a:pt x="577259" y="1508229"/>
                  </a:lnTo>
                  <a:lnTo>
                    <a:pt x="623017" y="1518328"/>
                  </a:lnTo>
                  <a:lnTo>
                    <a:pt x="669755" y="1525652"/>
                  </a:lnTo>
                  <a:lnTo>
                    <a:pt x="717382" y="1530113"/>
                  </a:lnTo>
                  <a:lnTo>
                    <a:pt x="765810" y="1531620"/>
                  </a:lnTo>
                  <a:lnTo>
                    <a:pt x="814237" y="1530113"/>
                  </a:lnTo>
                  <a:lnTo>
                    <a:pt x="861864" y="1525652"/>
                  </a:lnTo>
                  <a:lnTo>
                    <a:pt x="908602" y="1518328"/>
                  </a:lnTo>
                  <a:lnTo>
                    <a:pt x="954360" y="1508229"/>
                  </a:lnTo>
                  <a:lnTo>
                    <a:pt x="999050" y="1495446"/>
                  </a:lnTo>
                  <a:lnTo>
                    <a:pt x="1042580" y="1480067"/>
                  </a:lnTo>
                  <a:lnTo>
                    <a:pt x="1084862" y="1462184"/>
                  </a:lnTo>
                  <a:lnTo>
                    <a:pt x="1125805" y="1441886"/>
                  </a:lnTo>
                  <a:lnTo>
                    <a:pt x="1165320" y="1419262"/>
                  </a:lnTo>
                  <a:lnTo>
                    <a:pt x="1203318" y="1394402"/>
                  </a:lnTo>
                  <a:lnTo>
                    <a:pt x="1239708" y="1367396"/>
                  </a:lnTo>
                  <a:lnTo>
                    <a:pt x="1274400" y="1338334"/>
                  </a:lnTo>
                  <a:lnTo>
                    <a:pt x="1307306" y="1307306"/>
                  </a:lnTo>
                  <a:lnTo>
                    <a:pt x="1338334" y="1274400"/>
                  </a:lnTo>
                  <a:lnTo>
                    <a:pt x="1367396" y="1239708"/>
                  </a:lnTo>
                  <a:lnTo>
                    <a:pt x="1394402" y="1203318"/>
                  </a:lnTo>
                  <a:lnTo>
                    <a:pt x="1419262" y="1165320"/>
                  </a:lnTo>
                  <a:lnTo>
                    <a:pt x="1441886" y="1125805"/>
                  </a:lnTo>
                  <a:lnTo>
                    <a:pt x="1462184" y="1084862"/>
                  </a:lnTo>
                  <a:lnTo>
                    <a:pt x="1480067" y="1042580"/>
                  </a:lnTo>
                  <a:lnTo>
                    <a:pt x="1495446" y="999050"/>
                  </a:lnTo>
                  <a:lnTo>
                    <a:pt x="1508229" y="954360"/>
                  </a:lnTo>
                  <a:lnTo>
                    <a:pt x="1518328" y="908602"/>
                  </a:lnTo>
                  <a:lnTo>
                    <a:pt x="1525652" y="861864"/>
                  </a:lnTo>
                  <a:lnTo>
                    <a:pt x="1530113" y="814237"/>
                  </a:lnTo>
                  <a:lnTo>
                    <a:pt x="1531620" y="765810"/>
                  </a:lnTo>
                  <a:lnTo>
                    <a:pt x="1530113" y="717382"/>
                  </a:lnTo>
                  <a:lnTo>
                    <a:pt x="1525652" y="669755"/>
                  </a:lnTo>
                  <a:lnTo>
                    <a:pt x="1518328" y="623017"/>
                  </a:lnTo>
                  <a:lnTo>
                    <a:pt x="1508229" y="577259"/>
                  </a:lnTo>
                  <a:lnTo>
                    <a:pt x="1495446" y="532569"/>
                  </a:lnTo>
                  <a:lnTo>
                    <a:pt x="1480067" y="489039"/>
                  </a:lnTo>
                  <a:lnTo>
                    <a:pt x="1462184" y="446757"/>
                  </a:lnTo>
                  <a:lnTo>
                    <a:pt x="1441886" y="405814"/>
                  </a:lnTo>
                  <a:lnTo>
                    <a:pt x="1419262" y="366299"/>
                  </a:lnTo>
                  <a:lnTo>
                    <a:pt x="1394402" y="328301"/>
                  </a:lnTo>
                  <a:lnTo>
                    <a:pt x="1367396" y="291911"/>
                  </a:lnTo>
                  <a:lnTo>
                    <a:pt x="1338334" y="257219"/>
                  </a:lnTo>
                  <a:lnTo>
                    <a:pt x="1307306" y="224313"/>
                  </a:lnTo>
                  <a:lnTo>
                    <a:pt x="1274400" y="193285"/>
                  </a:lnTo>
                  <a:lnTo>
                    <a:pt x="1239708" y="164223"/>
                  </a:lnTo>
                  <a:lnTo>
                    <a:pt x="1203318" y="137217"/>
                  </a:lnTo>
                  <a:lnTo>
                    <a:pt x="1165320" y="112357"/>
                  </a:lnTo>
                  <a:lnTo>
                    <a:pt x="1125805" y="89733"/>
                  </a:lnTo>
                  <a:lnTo>
                    <a:pt x="1084862" y="69435"/>
                  </a:lnTo>
                  <a:lnTo>
                    <a:pt x="1042580" y="51552"/>
                  </a:lnTo>
                  <a:lnTo>
                    <a:pt x="999050" y="36173"/>
                  </a:lnTo>
                  <a:lnTo>
                    <a:pt x="954360" y="23390"/>
                  </a:lnTo>
                  <a:lnTo>
                    <a:pt x="908602" y="13291"/>
                  </a:lnTo>
                  <a:lnTo>
                    <a:pt x="861864" y="5967"/>
                  </a:lnTo>
                  <a:lnTo>
                    <a:pt x="814237" y="1506"/>
                  </a:lnTo>
                  <a:lnTo>
                    <a:pt x="765810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51197" y="2929890"/>
              <a:ext cx="1531620" cy="1531620"/>
            </a:xfrm>
            <a:custGeom>
              <a:avLst/>
              <a:gdLst/>
              <a:ahLst/>
              <a:cxnLst/>
              <a:rect l="l" t="t" r="r" b="b"/>
              <a:pathLst>
                <a:path w="1531620" h="1531620">
                  <a:moveTo>
                    <a:pt x="0" y="765810"/>
                  </a:moveTo>
                  <a:lnTo>
                    <a:pt x="1506" y="717382"/>
                  </a:lnTo>
                  <a:lnTo>
                    <a:pt x="5967" y="669755"/>
                  </a:lnTo>
                  <a:lnTo>
                    <a:pt x="13291" y="623017"/>
                  </a:lnTo>
                  <a:lnTo>
                    <a:pt x="23390" y="577259"/>
                  </a:lnTo>
                  <a:lnTo>
                    <a:pt x="36173" y="532569"/>
                  </a:lnTo>
                  <a:lnTo>
                    <a:pt x="51552" y="489039"/>
                  </a:lnTo>
                  <a:lnTo>
                    <a:pt x="69435" y="446757"/>
                  </a:lnTo>
                  <a:lnTo>
                    <a:pt x="89733" y="405814"/>
                  </a:lnTo>
                  <a:lnTo>
                    <a:pt x="112357" y="366299"/>
                  </a:lnTo>
                  <a:lnTo>
                    <a:pt x="137217" y="328301"/>
                  </a:lnTo>
                  <a:lnTo>
                    <a:pt x="164223" y="291911"/>
                  </a:lnTo>
                  <a:lnTo>
                    <a:pt x="193285" y="257219"/>
                  </a:lnTo>
                  <a:lnTo>
                    <a:pt x="224313" y="224313"/>
                  </a:lnTo>
                  <a:lnTo>
                    <a:pt x="257219" y="193285"/>
                  </a:lnTo>
                  <a:lnTo>
                    <a:pt x="291911" y="164223"/>
                  </a:lnTo>
                  <a:lnTo>
                    <a:pt x="328301" y="137217"/>
                  </a:lnTo>
                  <a:lnTo>
                    <a:pt x="366299" y="112357"/>
                  </a:lnTo>
                  <a:lnTo>
                    <a:pt x="405814" y="89733"/>
                  </a:lnTo>
                  <a:lnTo>
                    <a:pt x="446757" y="69435"/>
                  </a:lnTo>
                  <a:lnTo>
                    <a:pt x="489039" y="51552"/>
                  </a:lnTo>
                  <a:lnTo>
                    <a:pt x="532569" y="36173"/>
                  </a:lnTo>
                  <a:lnTo>
                    <a:pt x="577259" y="23390"/>
                  </a:lnTo>
                  <a:lnTo>
                    <a:pt x="623017" y="13291"/>
                  </a:lnTo>
                  <a:lnTo>
                    <a:pt x="669755" y="5967"/>
                  </a:lnTo>
                  <a:lnTo>
                    <a:pt x="717382" y="1506"/>
                  </a:lnTo>
                  <a:lnTo>
                    <a:pt x="765810" y="0"/>
                  </a:lnTo>
                  <a:lnTo>
                    <a:pt x="814237" y="1506"/>
                  </a:lnTo>
                  <a:lnTo>
                    <a:pt x="861864" y="5967"/>
                  </a:lnTo>
                  <a:lnTo>
                    <a:pt x="908602" y="13291"/>
                  </a:lnTo>
                  <a:lnTo>
                    <a:pt x="954360" y="23390"/>
                  </a:lnTo>
                  <a:lnTo>
                    <a:pt x="999050" y="36173"/>
                  </a:lnTo>
                  <a:lnTo>
                    <a:pt x="1042580" y="51552"/>
                  </a:lnTo>
                  <a:lnTo>
                    <a:pt x="1084862" y="69435"/>
                  </a:lnTo>
                  <a:lnTo>
                    <a:pt x="1125805" y="89733"/>
                  </a:lnTo>
                  <a:lnTo>
                    <a:pt x="1165320" y="112357"/>
                  </a:lnTo>
                  <a:lnTo>
                    <a:pt x="1203318" y="137217"/>
                  </a:lnTo>
                  <a:lnTo>
                    <a:pt x="1239708" y="164223"/>
                  </a:lnTo>
                  <a:lnTo>
                    <a:pt x="1274400" y="193285"/>
                  </a:lnTo>
                  <a:lnTo>
                    <a:pt x="1307306" y="224313"/>
                  </a:lnTo>
                  <a:lnTo>
                    <a:pt x="1338334" y="257219"/>
                  </a:lnTo>
                  <a:lnTo>
                    <a:pt x="1367396" y="291911"/>
                  </a:lnTo>
                  <a:lnTo>
                    <a:pt x="1394402" y="328301"/>
                  </a:lnTo>
                  <a:lnTo>
                    <a:pt x="1419262" y="366299"/>
                  </a:lnTo>
                  <a:lnTo>
                    <a:pt x="1441886" y="405814"/>
                  </a:lnTo>
                  <a:lnTo>
                    <a:pt x="1462184" y="446757"/>
                  </a:lnTo>
                  <a:lnTo>
                    <a:pt x="1480067" y="489039"/>
                  </a:lnTo>
                  <a:lnTo>
                    <a:pt x="1495446" y="532569"/>
                  </a:lnTo>
                  <a:lnTo>
                    <a:pt x="1508229" y="577259"/>
                  </a:lnTo>
                  <a:lnTo>
                    <a:pt x="1518328" y="623017"/>
                  </a:lnTo>
                  <a:lnTo>
                    <a:pt x="1525652" y="669755"/>
                  </a:lnTo>
                  <a:lnTo>
                    <a:pt x="1530113" y="717382"/>
                  </a:lnTo>
                  <a:lnTo>
                    <a:pt x="1531620" y="765810"/>
                  </a:lnTo>
                  <a:lnTo>
                    <a:pt x="1530113" y="814237"/>
                  </a:lnTo>
                  <a:lnTo>
                    <a:pt x="1525652" y="861864"/>
                  </a:lnTo>
                  <a:lnTo>
                    <a:pt x="1518328" y="908602"/>
                  </a:lnTo>
                  <a:lnTo>
                    <a:pt x="1508229" y="954360"/>
                  </a:lnTo>
                  <a:lnTo>
                    <a:pt x="1495446" y="999050"/>
                  </a:lnTo>
                  <a:lnTo>
                    <a:pt x="1480067" y="1042580"/>
                  </a:lnTo>
                  <a:lnTo>
                    <a:pt x="1462184" y="1084862"/>
                  </a:lnTo>
                  <a:lnTo>
                    <a:pt x="1441886" y="1125805"/>
                  </a:lnTo>
                  <a:lnTo>
                    <a:pt x="1419262" y="1165320"/>
                  </a:lnTo>
                  <a:lnTo>
                    <a:pt x="1394402" y="1203318"/>
                  </a:lnTo>
                  <a:lnTo>
                    <a:pt x="1367396" y="1239708"/>
                  </a:lnTo>
                  <a:lnTo>
                    <a:pt x="1338334" y="1274400"/>
                  </a:lnTo>
                  <a:lnTo>
                    <a:pt x="1307306" y="1307306"/>
                  </a:lnTo>
                  <a:lnTo>
                    <a:pt x="1274400" y="1338334"/>
                  </a:lnTo>
                  <a:lnTo>
                    <a:pt x="1239708" y="1367396"/>
                  </a:lnTo>
                  <a:lnTo>
                    <a:pt x="1203318" y="1394402"/>
                  </a:lnTo>
                  <a:lnTo>
                    <a:pt x="1165320" y="1419262"/>
                  </a:lnTo>
                  <a:lnTo>
                    <a:pt x="1125805" y="1441886"/>
                  </a:lnTo>
                  <a:lnTo>
                    <a:pt x="1084862" y="1462184"/>
                  </a:lnTo>
                  <a:lnTo>
                    <a:pt x="1042580" y="1480067"/>
                  </a:lnTo>
                  <a:lnTo>
                    <a:pt x="999050" y="1495446"/>
                  </a:lnTo>
                  <a:lnTo>
                    <a:pt x="954360" y="1508229"/>
                  </a:lnTo>
                  <a:lnTo>
                    <a:pt x="908602" y="1518328"/>
                  </a:lnTo>
                  <a:lnTo>
                    <a:pt x="861864" y="1525652"/>
                  </a:lnTo>
                  <a:lnTo>
                    <a:pt x="814237" y="1530113"/>
                  </a:lnTo>
                  <a:lnTo>
                    <a:pt x="765810" y="1531620"/>
                  </a:lnTo>
                  <a:lnTo>
                    <a:pt x="717382" y="1530113"/>
                  </a:lnTo>
                  <a:lnTo>
                    <a:pt x="669755" y="1525652"/>
                  </a:lnTo>
                  <a:lnTo>
                    <a:pt x="623017" y="1518328"/>
                  </a:lnTo>
                  <a:lnTo>
                    <a:pt x="577259" y="1508229"/>
                  </a:lnTo>
                  <a:lnTo>
                    <a:pt x="532569" y="1495446"/>
                  </a:lnTo>
                  <a:lnTo>
                    <a:pt x="489039" y="1480067"/>
                  </a:lnTo>
                  <a:lnTo>
                    <a:pt x="446757" y="1462184"/>
                  </a:lnTo>
                  <a:lnTo>
                    <a:pt x="405814" y="1441886"/>
                  </a:lnTo>
                  <a:lnTo>
                    <a:pt x="366299" y="1419262"/>
                  </a:lnTo>
                  <a:lnTo>
                    <a:pt x="328301" y="1394402"/>
                  </a:lnTo>
                  <a:lnTo>
                    <a:pt x="291911" y="1367396"/>
                  </a:lnTo>
                  <a:lnTo>
                    <a:pt x="257219" y="1338334"/>
                  </a:lnTo>
                  <a:lnTo>
                    <a:pt x="224313" y="1307306"/>
                  </a:lnTo>
                  <a:lnTo>
                    <a:pt x="193285" y="1274400"/>
                  </a:lnTo>
                  <a:lnTo>
                    <a:pt x="164223" y="1239708"/>
                  </a:lnTo>
                  <a:lnTo>
                    <a:pt x="137217" y="1203318"/>
                  </a:lnTo>
                  <a:lnTo>
                    <a:pt x="112357" y="1165320"/>
                  </a:lnTo>
                  <a:lnTo>
                    <a:pt x="89733" y="1125805"/>
                  </a:lnTo>
                  <a:lnTo>
                    <a:pt x="69435" y="1084862"/>
                  </a:lnTo>
                  <a:lnTo>
                    <a:pt x="51552" y="1042580"/>
                  </a:lnTo>
                  <a:lnTo>
                    <a:pt x="36173" y="999050"/>
                  </a:lnTo>
                  <a:lnTo>
                    <a:pt x="23390" y="954360"/>
                  </a:lnTo>
                  <a:lnTo>
                    <a:pt x="13291" y="908602"/>
                  </a:lnTo>
                  <a:lnTo>
                    <a:pt x="5967" y="861864"/>
                  </a:lnTo>
                  <a:lnTo>
                    <a:pt x="1506" y="814237"/>
                  </a:lnTo>
                  <a:lnTo>
                    <a:pt x="0" y="76581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516628" y="3485896"/>
            <a:ext cx="1000760" cy="39624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algn="ctr">
              <a:lnSpc>
                <a:spcPct val="85100"/>
              </a:lnSpc>
              <a:spcBef>
                <a:spcPts val="260"/>
              </a:spcBef>
            </a:pPr>
            <a:r>
              <a:rPr sz="9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Simplicity</a:t>
            </a:r>
            <a:r>
              <a:rPr sz="9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and </a:t>
            </a:r>
            <a:r>
              <a:rPr sz="900" spc="-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Security</a:t>
            </a:r>
            <a:r>
              <a:rPr sz="900" spc="-3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is</a:t>
            </a:r>
            <a:r>
              <a:rPr sz="900" spc="-4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managed </a:t>
            </a:r>
            <a:r>
              <a:rPr sz="900" spc="-2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by </a:t>
            </a:r>
            <a:r>
              <a:rPr sz="9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host</a:t>
            </a:r>
            <a:r>
              <a:rPr sz="900" spc="-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provider</a:t>
            </a:r>
            <a:endParaRPr sz="900">
              <a:latin typeface="Franklin Gothic Medium"/>
              <a:cs typeface="Franklin Gothic Medium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685032" y="4776978"/>
            <a:ext cx="1652270" cy="1651635"/>
            <a:chOff x="3685032" y="4776978"/>
            <a:chExt cx="1652270" cy="165163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5032" y="4776978"/>
              <a:ext cx="1652015" cy="165125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745230" y="4817364"/>
              <a:ext cx="1531620" cy="1530985"/>
            </a:xfrm>
            <a:custGeom>
              <a:avLst/>
              <a:gdLst/>
              <a:ahLst/>
              <a:cxnLst/>
              <a:rect l="l" t="t" r="r" b="b"/>
              <a:pathLst>
                <a:path w="1531620" h="1530985">
                  <a:moveTo>
                    <a:pt x="765810" y="0"/>
                  </a:moveTo>
                  <a:lnTo>
                    <a:pt x="717382" y="1505"/>
                  </a:lnTo>
                  <a:lnTo>
                    <a:pt x="669755" y="5962"/>
                  </a:lnTo>
                  <a:lnTo>
                    <a:pt x="623017" y="13282"/>
                  </a:lnTo>
                  <a:lnTo>
                    <a:pt x="577259" y="23374"/>
                  </a:lnTo>
                  <a:lnTo>
                    <a:pt x="532569" y="36148"/>
                  </a:lnTo>
                  <a:lnTo>
                    <a:pt x="489039" y="51516"/>
                  </a:lnTo>
                  <a:lnTo>
                    <a:pt x="446757" y="69387"/>
                  </a:lnTo>
                  <a:lnTo>
                    <a:pt x="405814" y="89672"/>
                  </a:lnTo>
                  <a:lnTo>
                    <a:pt x="366299" y="112281"/>
                  </a:lnTo>
                  <a:lnTo>
                    <a:pt x="328301" y="137126"/>
                  </a:lnTo>
                  <a:lnTo>
                    <a:pt x="291911" y="164115"/>
                  </a:lnTo>
                  <a:lnTo>
                    <a:pt x="257219" y="193160"/>
                  </a:lnTo>
                  <a:lnTo>
                    <a:pt x="224313" y="224170"/>
                  </a:lnTo>
                  <a:lnTo>
                    <a:pt x="193285" y="257057"/>
                  </a:lnTo>
                  <a:lnTo>
                    <a:pt x="164223" y="291731"/>
                  </a:lnTo>
                  <a:lnTo>
                    <a:pt x="137217" y="328101"/>
                  </a:lnTo>
                  <a:lnTo>
                    <a:pt x="112357" y="366079"/>
                  </a:lnTo>
                  <a:lnTo>
                    <a:pt x="89733" y="405575"/>
                  </a:lnTo>
                  <a:lnTo>
                    <a:pt x="69435" y="446499"/>
                  </a:lnTo>
                  <a:lnTo>
                    <a:pt x="51552" y="488762"/>
                  </a:lnTo>
                  <a:lnTo>
                    <a:pt x="36173" y="532273"/>
                  </a:lnTo>
                  <a:lnTo>
                    <a:pt x="23390" y="576944"/>
                  </a:lnTo>
                  <a:lnTo>
                    <a:pt x="13291" y="622685"/>
                  </a:lnTo>
                  <a:lnTo>
                    <a:pt x="5967" y="669405"/>
                  </a:lnTo>
                  <a:lnTo>
                    <a:pt x="1506" y="717016"/>
                  </a:lnTo>
                  <a:lnTo>
                    <a:pt x="0" y="765429"/>
                  </a:lnTo>
                  <a:lnTo>
                    <a:pt x="1506" y="813835"/>
                  </a:lnTo>
                  <a:lnTo>
                    <a:pt x="5967" y="861442"/>
                  </a:lnTo>
                  <a:lnTo>
                    <a:pt x="13291" y="908159"/>
                  </a:lnTo>
                  <a:lnTo>
                    <a:pt x="23390" y="953896"/>
                  </a:lnTo>
                  <a:lnTo>
                    <a:pt x="36173" y="998565"/>
                  </a:lnTo>
                  <a:lnTo>
                    <a:pt x="51552" y="1042075"/>
                  </a:lnTo>
                  <a:lnTo>
                    <a:pt x="69435" y="1084336"/>
                  </a:lnTo>
                  <a:lnTo>
                    <a:pt x="89733" y="1125259"/>
                  </a:lnTo>
                  <a:lnTo>
                    <a:pt x="112357" y="1164755"/>
                  </a:lnTo>
                  <a:lnTo>
                    <a:pt x="137217" y="1202733"/>
                  </a:lnTo>
                  <a:lnTo>
                    <a:pt x="164223" y="1239105"/>
                  </a:lnTo>
                  <a:lnTo>
                    <a:pt x="193285" y="1273779"/>
                  </a:lnTo>
                  <a:lnTo>
                    <a:pt x="224313" y="1306668"/>
                  </a:lnTo>
                  <a:lnTo>
                    <a:pt x="257219" y="1337680"/>
                  </a:lnTo>
                  <a:lnTo>
                    <a:pt x="291911" y="1366726"/>
                  </a:lnTo>
                  <a:lnTo>
                    <a:pt x="328301" y="1393717"/>
                  </a:lnTo>
                  <a:lnTo>
                    <a:pt x="366299" y="1418564"/>
                  </a:lnTo>
                  <a:lnTo>
                    <a:pt x="405814" y="1441175"/>
                  </a:lnTo>
                  <a:lnTo>
                    <a:pt x="446757" y="1461462"/>
                  </a:lnTo>
                  <a:lnTo>
                    <a:pt x="489039" y="1479335"/>
                  </a:lnTo>
                  <a:lnTo>
                    <a:pt x="532569" y="1494704"/>
                  </a:lnTo>
                  <a:lnTo>
                    <a:pt x="577259" y="1507480"/>
                  </a:lnTo>
                  <a:lnTo>
                    <a:pt x="623017" y="1517573"/>
                  </a:lnTo>
                  <a:lnTo>
                    <a:pt x="669755" y="1524894"/>
                  </a:lnTo>
                  <a:lnTo>
                    <a:pt x="717382" y="1529352"/>
                  </a:lnTo>
                  <a:lnTo>
                    <a:pt x="765810" y="1530858"/>
                  </a:lnTo>
                  <a:lnTo>
                    <a:pt x="814237" y="1529352"/>
                  </a:lnTo>
                  <a:lnTo>
                    <a:pt x="861864" y="1524894"/>
                  </a:lnTo>
                  <a:lnTo>
                    <a:pt x="908602" y="1517573"/>
                  </a:lnTo>
                  <a:lnTo>
                    <a:pt x="954360" y="1507480"/>
                  </a:lnTo>
                  <a:lnTo>
                    <a:pt x="999050" y="1494704"/>
                  </a:lnTo>
                  <a:lnTo>
                    <a:pt x="1042580" y="1479335"/>
                  </a:lnTo>
                  <a:lnTo>
                    <a:pt x="1084862" y="1461462"/>
                  </a:lnTo>
                  <a:lnTo>
                    <a:pt x="1125805" y="1441175"/>
                  </a:lnTo>
                  <a:lnTo>
                    <a:pt x="1165320" y="1418564"/>
                  </a:lnTo>
                  <a:lnTo>
                    <a:pt x="1203318" y="1393717"/>
                  </a:lnTo>
                  <a:lnTo>
                    <a:pt x="1239708" y="1366726"/>
                  </a:lnTo>
                  <a:lnTo>
                    <a:pt x="1274400" y="1337680"/>
                  </a:lnTo>
                  <a:lnTo>
                    <a:pt x="1307306" y="1306668"/>
                  </a:lnTo>
                  <a:lnTo>
                    <a:pt x="1338334" y="1273779"/>
                  </a:lnTo>
                  <a:lnTo>
                    <a:pt x="1367396" y="1239105"/>
                  </a:lnTo>
                  <a:lnTo>
                    <a:pt x="1394402" y="1202733"/>
                  </a:lnTo>
                  <a:lnTo>
                    <a:pt x="1419262" y="1164755"/>
                  </a:lnTo>
                  <a:lnTo>
                    <a:pt x="1441886" y="1125259"/>
                  </a:lnTo>
                  <a:lnTo>
                    <a:pt x="1462184" y="1084336"/>
                  </a:lnTo>
                  <a:lnTo>
                    <a:pt x="1480067" y="1042075"/>
                  </a:lnTo>
                  <a:lnTo>
                    <a:pt x="1495446" y="998565"/>
                  </a:lnTo>
                  <a:lnTo>
                    <a:pt x="1508229" y="953896"/>
                  </a:lnTo>
                  <a:lnTo>
                    <a:pt x="1518328" y="908159"/>
                  </a:lnTo>
                  <a:lnTo>
                    <a:pt x="1525652" y="861442"/>
                  </a:lnTo>
                  <a:lnTo>
                    <a:pt x="1530113" y="813835"/>
                  </a:lnTo>
                  <a:lnTo>
                    <a:pt x="1531620" y="765429"/>
                  </a:lnTo>
                  <a:lnTo>
                    <a:pt x="1530113" y="717016"/>
                  </a:lnTo>
                  <a:lnTo>
                    <a:pt x="1525652" y="669405"/>
                  </a:lnTo>
                  <a:lnTo>
                    <a:pt x="1518328" y="622685"/>
                  </a:lnTo>
                  <a:lnTo>
                    <a:pt x="1508229" y="576944"/>
                  </a:lnTo>
                  <a:lnTo>
                    <a:pt x="1495446" y="532273"/>
                  </a:lnTo>
                  <a:lnTo>
                    <a:pt x="1480067" y="488762"/>
                  </a:lnTo>
                  <a:lnTo>
                    <a:pt x="1462184" y="446499"/>
                  </a:lnTo>
                  <a:lnTo>
                    <a:pt x="1441886" y="405575"/>
                  </a:lnTo>
                  <a:lnTo>
                    <a:pt x="1419262" y="366079"/>
                  </a:lnTo>
                  <a:lnTo>
                    <a:pt x="1394402" y="328101"/>
                  </a:lnTo>
                  <a:lnTo>
                    <a:pt x="1367396" y="291731"/>
                  </a:lnTo>
                  <a:lnTo>
                    <a:pt x="1338334" y="257057"/>
                  </a:lnTo>
                  <a:lnTo>
                    <a:pt x="1307306" y="224170"/>
                  </a:lnTo>
                  <a:lnTo>
                    <a:pt x="1274400" y="193160"/>
                  </a:lnTo>
                  <a:lnTo>
                    <a:pt x="1239708" y="164115"/>
                  </a:lnTo>
                  <a:lnTo>
                    <a:pt x="1203318" y="137126"/>
                  </a:lnTo>
                  <a:lnTo>
                    <a:pt x="1165320" y="112281"/>
                  </a:lnTo>
                  <a:lnTo>
                    <a:pt x="1125805" y="89672"/>
                  </a:lnTo>
                  <a:lnTo>
                    <a:pt x="1084862" y="69387"/>
                  </a:lnTo>
                  <a:lnTo>
                    <a:pt x="1042580" y="51516"/>
                  </a:lnTo>
                  <a:lnTo>
                    <a:pt x="999050" y="36148"/>
                  </a:lnTo>
                  <a:lnTo>
                    <a:pt x="954360" y="23374"/>
                  </a:lnTo>
                  <a:lnTo>
                    <a:pt x="908602" y="13282"/>
                  </a:lnTo>
                  <a:lnTo>
                    <a:pt x="861864" y="5962"/>
                  </a:lnTo>
                  <a:lnTo>
                    <a:pt x="814237" y="1505"/>
                  </a:lnTo>
                  <a:lnTo>
                    <a:pt x="765810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45230" y="4817364"/>
              <a:ext cx="1531620" cy="1530985"/>
            </a:xfrm>
            <a:custGeom>
              <a:avLst/>
              <a:gdLst/>
              <a:ahLst/>
              <a:cxnLst/>
              <a:rect l="l" t="t" r="r" b="b"/>
              <a:pathLst>
                <a:path w="1531620" h="1530985">
                  <a:moveTo>
                    <a:pt x="0" y="765429"/>
                  </a:moveTo>
                  <a:lnTo>
                    <a:pt x="1506" y="717016"/>
                  </a:lnTo>
                  <a:lnTo>
                    <a:pt x="5967" y="669405"/>
                  </a:lnTo>
                  <a:lnTo>
                    <a:pt x="13291" y="622685"/>
                  </a:lnTo>
                  <a:lnTo>
                    <a:pt x="23390" y="576944"/>
                  </a:lnTo>
                  <a:lnTo>
                    <a:pt x="36173" y="532273"/>
                  </a:lnTo>
                  <a:lnTo>
                    <a:pt x="51552" y="488762"/>
                  </a:lnTo>
                  <a:lnTo>
                    <a:pt x="69435" y="446499"/>
                  </a:lnTo>
                  <a:lnTo>
                    <a:pt x="89733" y="405575"/>
                  </a:lnTo>
                  <a:lnTo>
                    <a:pt x="112357" y="366079"/>
                  </a:lnTo>
                  <a:lnTo>
                    <a:pt x="137217" y="328101"/>
                  </a:lnTo>
                  <a:lnTo>
                    <a:pt x="164223" y="291731"/>
                  </a:lnTo>
                  <a:lnTo>
                    <a:pt x="193285" y="257057"/>
                  </a:lnTo>
                  <a:lnTo>
                    <a:pt x="224313" y="224170"/>
                  </a:lnTo>
                  <a:lnTo>
                    <a:pt x="257219" y="193160"/>
                  </a:lnTo>
                  <a:lnTo>
                    <a:pt x="291911" y="164115"/>
                  </a:lnTo>
                  <a:lnTo>
                    <a:pt x="328301" y="137126"/>
                  </a:lnTo>
                  <a:lnTo>
                    <a:pt x="366299" y="112281"/>
                  </a:lnTo>
                  <a:lnTo>
                    <a:pt x="405814" y="89672"/>
                  </a:lnTo>
                  <a:lnTo>
                    <a:pt x="446757" y="69387"/>
                  </a:lnTo>
                  <a:lnTo>
                    <a:pt x="489039" y="51516"/>
                  </a:lnTo>
                  <a:lnTo>
                    <a:pt x="532569" y="36148"/>
                  </a:lnTo>
                  <a:lnTo>
                    <a:pt x="577259" y="23374"/>
                  </a:lnTo>
                  <a:lnTo>
                    <a:pt x="623017" y="13282"/>
                  </a:lnTo>
                  <a:lnTo>
                    <a:pt x="669755" y="5962"/>
                  </a:lnTo>
                  <a:lnTo>
                    <a:pt x="717382" y="1505"/>
                  </a:lnTo>
                  <a:lnTo>
                    <a:pt x="765810" y="0"/>
                  </a:lnTo>
                  <a:lnTo>
                    <a:pt x="814237" y="1505"/>
                  </a:lnTo>
                  <a:lnTo>
                    <a:pt x="861864" y="5962"/>
                  </a:lnTo>
                  <a:lnTo>
                    <a:pt x="908602" y="13282"/>
                  </a:lnTo>
                  <a:lnTo>
                    <a:pt x="954360" y="23374"/>
                  </a:lnTo>
                  <a:lnTo>
                    <a:pt x="999050" y="36148"/>
                  </a:lnTo>
                  <a:lnTo>
                    <a:pt x="1042580" y="51516"/>
                  </a:lnTo>
                  <a:lnTo>
                    <a:pt x="1084862" y="69387"/>
                  </a:lnTo>
                  <a:lnTo>
                    <a:pt x="1125805" y="89672"/>
                  </a:lnTo>
                  <a:lnTo>
                    <a:pt x="1165320" y="112281"/>
                  </a:lnTo>
                  <a:lnTo>
                    <a:pt x="1203318" y="137126"/>
                  </a:lnTo>
                  <a:lnTo>
                    <a:pt x="1239708" y="164115"/>
                  </a:lnTo>
                  <a:lnTo>
                    <a:pt x="1274400" y="193160"/>
                  </a:lnTo>
                  <a:lnTo>
                    <a:pt x="1307306" y="224170"/>
                  </a:lnTo>
                  <a:lnTo>
                    <a:pt x="1338334" y="257057"/>
                  </a:lnTo>
                  <a:lnTo>
                    <a:pt x="1367396" y="291731"/>
                  </a:lnTo>
                  <a:lnTo>
                    <a:pt x="1394402" y="328101"/>
                  </a:lnTo>
                  <a:lnTo>
                    <a:pt x="1419262" y="366079"/>
                  </a:lnTo>
                  <a:lnTo>
                    <a:pt x="1441886" y="405575"/>
                  </a:lnTo>
                  <a:lnTo>
                    <a:pt x="1462184" y="446499"/>
                  </a:lnTo>
                  <a:lnTo>
                    <a:pt x="1480067" y="488762"/>
                  </a:lnTo>
                  <a:lnTo>
                    <a:pt x="1495446" y="532273"/>
                  </a:lnTo>
                  <a:lnTo>
                    <a:pt x="1508229" y="576944"/>
                  </a:lnTo>
                  <a:lnTo>
                    <a:pt x="1518328" y="622685"/>
                  </a:lnTo>
                  <a:lnTo>
                    <a:pt x="1525652" y="669405"/>
                  </a:lnTo>
                  <a:lnTo>
                    <a:pt x="1530113" y="717016"/>
                  </a:lnTo>
                  <a:lnTo>
                    <a:pt x="1531620" y="765429"/>
                  </a:lnTo>
                  <a:lnTo>
                    <a:pt x="1530113" y="813835"/>
                  </a:lnTo>
                  <a:lnTo>
                    <a:pt x="1525652" y="861442"/>
                  </a:lnTo>
                  <a:lnTo>
                    <a:pt x="1518328" y="908159"/>
                  </a:lnTo>
                  <a:lnTo>
                    <a:pt x="1508229" y="953896"/>
                  </a:lnTo>
                  <a:lnTo>
                    <a:pt x="1495446" y="998565"/>
                  </a:lnTo>
                  <a:lnTo>
                    <a:pt x="1480067" y="1042075"/>
                  </a:lnTo>
                  <a:lnTo>
                    <a:pt x="1462184" y="1084336"/>
                  </a:lnTo>
                  <a:lnTo>
                    <a:pt x="1441886" y="1125259"/>
                  </a:lnTo>
                  <a:lnTo>
                    <a:pt x="1419262" y="1164755"/>
                  </a:lnTo>
                  <a:lnTo>
                    <a:pt x="1394402" y="1202733"/>
                  </a:lnTo>
                  <a:lnTo>
                    <a:pt x="1367396" y="1239105"/>
                  </a:lnTo>
                  <a:lnTo>
                    <a:pt x="1338334" y="1273779"/>
                  </a:lnTo>
                  <a:lnTo>
                    <a:pt x="1307306" y="1306668"/>
                  </a:lnTo>
                  <a:lnTo>
                    <a:pt x="1274400" y="1337680"/>
                  </a:lnTo>
                  <a:lnTo>
                    <a:pt x="1239708" y="1366726"/>
                  </a:lnTo>
                  <a:lnTo>
                    <a:pt x="1203318" y="1393717"/>
                  </a:lnTo>
                  <a:lnTo>
                    <a:pt x="1165320" y="1418564"/>
                  </a:lnTo>
                  <a:lnTo>
                    <a:pt x="1125805" y="1441175"/>
                  </a:lnTo>
                  <a:lnTo>
                    <a:pt x="1084862" y="1461462"/>
                  </a:lnTo>
                  <a:lnTo>
                    <a:pt x="1042580" y="1479335"/>
                  </a:lnTo>
                  <a:lnTo>
                    <a:pt x="999050" y="1494704"/>
                  </a:lnTo>
                  <a:lnTo>
                    <a:pt x="954360" y="1507480"/>
                  </a:lnTo>
                  <a:lnTo>
                    <a:pt x="908602" y="1517573"/>
                  </a:lnTo>
                  <a:lnTo>
                    <a:pt x="861864" y="1524894"/>
                  </a:lnTo>
                  <a:lnTo>
                    <a:pt x="814237" y="1529352"/>
                  </a:lnTo>
                  <a:lnTo>
                    <a:pt x="765810" y="1530858"/>
                  </a:lnTo>
                  <a:lnTo>
                    <a:pt x="717382" y="1529352"/>
                  </a:lnTo>
                  <a:lnTo>
                    <a:pt x="669755" y="1524894"/>
                  </a:lnTo>
                  <a:lnTo>
                    <a:pt x="623017" y="1517573"/>
                  </a:lnTo>
                  <a:lnTo>
                    <a:pt x="577259" y="1507480"/>
                  </a:lnTo>
                  <a:lnTo>
                    <a:pt x="532569" y="1494704"/>
                  </a:lnTo>
                  <a:lnTo>
                    <a:pt x="489039" y="1479335"/>
                  </a:lnTo>
                  <a:lnTo>
                    <a:pt x="446757" y="1461462"/>
                  </a:lnTo>
                  <a:lnTo>
                    <a:pt x="405814" y="1441175"/>
                  </a:lnTo>
                  <a:lnTo>
                    <a:pt x="366299" y="1418564"/>
                  </a:lnTo>
                  <a:lnTo>
                    <a:pt x="328301" y="1393717"/>
                  </a:lnTo>
                  <a:lnTo>
                    <a:pt x="291911" y="1366726"/>
                  </a:lnTo>
                  <a:lnTo>
                    <a:pt x="257219" y="1337680"/>
                  </a:lnTo>
                  <a:lnTo>
                    <a:pt x="224313" y="1306668"/>
                  </a:lnTo>
                  <a:lnTo>
                    <a:pt x="193285" y="1273779"/>
                  </a:lnTo>
                  <a:lnTo>
                    <a:pt x="164223" y="1239105"/>
                  </a:lnTo>
                  <a:lnTo>
                    <a:pt x="137217" y="1202733"/>
                  </a:lnTo>
                  <a:lnTo>
                    <a:pt x="112357" y="1164755"/>
                  </a:lnTo>
                  <a:lnTo>
                    <a:pt x="89733" y="1125259"/>
                  </a:lnTo>
                  <a:lnTo>
                    <a:pt x="69435" y="1084336"/>
                  </a:lnTo>
                  <a:lnTo>
                    <a:pt x="51552" y="1042075"/>
                  </a:lnTo>
                  <a:lnTo>
                    <a:pt x="36173" y="998565"/>
                  </a:lnTo>
                  <a:lnTo>
                    <a:pt x="23390" y="953896"/>
                  </a:lnTo>
                  <a:lnTo>
                    <a:pt x="13291" y="908159"/>
                  </a:lnTo>
                  <a:lnTo>
                    <a:pt x="5967" y="861442"/>
                  </a:lnTo>
                  <a:lnTo>
                    <a:pt x="1506" y="813835"/>
                  </a:lnTo>
                  <a:lnTo>
                    <a:pt x="0" y="765429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964432" y="5431535"/>
            <a:ext cx="1094105" cy="28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Prohibiting/Selling/Re</a:t>
            </a:r>
            <a:endParaRPr sz="900">
              <a:latin typeface="Franklin Gothic Medium"/>
              <a:cs typeface="Franklin Gothic Medium"/>
            </a:endParaRPr>
          </a:p>
          <a:p>
            <a:pPr algn="ctr">
              <a:lnSpc>
                <a:spcPts val="1000"/>
              </a:lnSpc>
            </a:pPr>
            <a:r>
              <a:rPr sz="9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selling</a:t>
            </a:r>
            <a:r>
              <a:rPr sz="9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900" spc="-1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information</a:t>
            </a:r>
            <a:endParaRPr sz="900">
              <a:latin typeface="Franklin Gothic Medium"/>
              <a:cs typeface="Franklin Gothic Medium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97255"/>
            <a:ext cx="46202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LIMITATIONS</a:t>
            </a:r>
            <a:r>
              <a:rPr sz="2800" spc="-35" dirty="0"/>
              <a:t> </a:t>
            </a:r>
            <a:r>
              <a:rPr sz="2800" spc="-5" dirty="0"/>
              <a:t>OF</a:t>
            </a:r>
            <a:r>
              <a:rPr sz="2800" spc="-25" dirty="0"/>
              <a:t> </a:t>
            </a:r>
            <a:r>
              <a:rPr sz="2800" dirty="0"/>
              <a:t>USAGE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1771650" y="2057400"/>
            <a:ext cx="6732270" cy="708660"/>
          </a:xfrm>
          <a:custGeom>
            <a:avLst/>
            <a:gdLst/>
            <a:ahLst/>
            <a:cxnLst/>
            <a:rect l="l" t="t" r="r" b="b"/>
            <a:pathLst>
              <a:path w="6732270" h="708660">
                <a:moveTo>
                  <a:pt x="6350761" y="0"/>
                </a:moveTo>
                <a:lnTo>
                  <a:pt x="381507" y="0"/>
                </a:lnTo>
                <a:lnTo>
                  <a:pt x="312933" y="1905"/>
                </a:lnTo>
                <a:lnTo>
                  <a:pt x="248390" y="7398"/>
                </a:lnTo>
                <a:lnTo>
                  <a:pt x="188957" y="16143"/>
                </a:lnTo>
                <a:lnTo>
                  <a:pt x="135710" y="27804"/>
                </a:lnTo>
                <a:lnTo>
                  <a:pt x="89728" y="42045"/>
                </a:lnTo>
                <a:lnTo>
                  <a:pt x="52088" y="58532"/>
                </a:lnTo>
                <a:lnTo>
                  <a:pt x="6146" y="96900"/>
                </a:lnTo>
                <a:lnTo>
                  <a:pt x="0" y="118110"/>
                </a:lnTo>
                <a:lnTo>
                  <a:pt x="0" y="590550"/>
                </a:lnTo>
                <a:lnTo>
                  <a:pt x="23869" y="631730"/>
                </a:lnTo>
                <a:lnTo>
                  <a:pt x="89728" y="666614"/>
                </a:lnTo>
                <a:lnTo>
                  <a:pt x="135710" y="680855"/>
                </a:lnTo>
                <a:lnTo>
                  <a:pt x="188957" y="692516"/>
                </a:lnTo>
                <a:lnTo>
                  <a:pt x="248390" y="701261"/>
                </a:lnTo>
                <a:lnTo>
                  <a:pt x="312933" y="706754"/>
                </a:lnTo>
                <a:lnTo>
                  <a:pt x="381507" y="708660"/>
                </a:lnTo>
                <a:lnTo>
                  <a:pt x="6350761" y="708660"/>
                </a:lnTo>
                <a:lnTo>
                  <a:pt x="6419369" y="706754"/>
                </a:lnTo>
                <a:lnTo>
                  <a:pt x="6483930" y="701261"/>
                </a:lnTo>
                <a:lnTo>
                  <a:pt x="6543369" y="692516"/>
                </a:lnTo>
                <a:lnTo>
                  <a:pt x="6596611" y="680855"/>
                </a:lnTo>
                <a:lnTo>
                  <a:pt x="6642583" y="666614"/>
                </a:lnTo>
                <a:lnTo>
                  <a:pt x="6680209" y="650127"/>
                </a:lnTo>
                <a:lnTo>
                  <a:pt x="6726127" y="611759"/>
                </a:lnTo>
                <a:lnTo>
                  <a:pt x="6732270" y="590550"/>
                </a:lnTo>
                <a:lnTo>
                  <a:pt x="6732270" y="118110"/>
                </a:lnTo>
                <a:lnTo>
                  <a:pt x="6708415" y="76929"/>
                </a:lnTo>
                <a:lnTo>
                  <a:pt x="6642583" y="42045"/>
                </a:lnTo>
                <a:lnTo>
                  <a:pt x="6596611" y="27804"/>
                </a:lnTo>
                <a:lnTo>
                  <a:pt x="6543369" y="16143"/>
                </a:lnTo>
                <a:lnTo>
                  <a:pt x="6483930" y="7398"/>
                </a:lnTo>
                <a:lnTo>
                  <a:pt x="6419369" y="1905"/>
                </a:lnTo>
                <a:lnTo>
                  <a:pt x="6350761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671320" y="2783205"/>
            <a:ext cx="6786880" cy="872490"/>
            <a:chOff x="1764029" y="2820161"/>
            <a:chExt cx="6786880" cy="8724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4029" y="2891789"/>
              <a:ext cx="6786372" cy="80086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8997" y="2820161"/>
              <a:ext cx="5807202" cy="6156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0130" y="2915030"/>
              <a:ext cx="6694170" cy="7086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0130" y="2915030"/>
              <a:ext cx="6694170" cy="708660"/>
            </a:xfrm>
            <a:custGeom>
              <a:avLst/>
              <a:gdLst/>
              <a:ahLst/>
              <a:cxnLst/>
              <a:rect l="l" t="t" r="r" b="b"/>
              <a:pathLst>
                <a:path w="6694170" h="708660">
                  <a:moveTo>
                    <a:pt x="0" y="118110"/>
                  </a:moveTo>
                  <a:lnTo>
                    <a:pt x="23728" y="76929"/>
                  </a:lnTo>
                  <a:lnTo>
                    <a:pt x="89204" y="42045"/>
                  </a:lnTo>
                  <a:lnTo>
                    <a:pt x="134922" y="27804"/>
                  </a:lnTo>
                  <a:lnTo>
                    <a:pt x="187865" y="16143"/>
                  </a:lnTo>
                  <a:lnTo>
                    <a:pt x="246965" y="7398"/>
                  </a:lnTo>
                  <a:lnTo>
                    <a:pt x="311149" y="1905"/>
                  </a:lnTo>
                  <a:lnTo>
                    <a:pt x="379349" y="0"/>
                  </a:lnTo>
                  <a:lnTo>
                    <a:pt x="6314821" y="0"/>
                  </a:lnTo>
                  <a:lnTo>
                    <a:pt x="6383053" y="1905"/>
                  </a:lnTo>
                  <a:lnTo>
                    <a:pt x="6447256" y="7398"/>
                  </a:lnTo>
                  <a:lnTo>
                    <a:pt x="6506360" y="16143"/>
                  </a:lnTo>
                  <a:lnTo>
                    <a:pt x="6559300" y="27804"/>
                  </a:lnTo>
                  <a:lnTo>
                    <a:pt x="6605007" y="42045"/>
                  </a:lnTo>
                  <a:lnTo>
                    <a:pt x="6642415" y="58532"/>
                  </a:lnTo>
                  <a:lnTo>
                    <a:pt x="6688063" y="96900"/>
                  </a:lnTo>
                  <a:lnTo>
                    <a:pt x="6694170" y="118110"/>
                  </a:lnTo>
                  <a:lnTo>
                    <a:pt x="6694170" y="590550"/>
                  </a:lnTo>
                  <a:lnTo>
                    <a:pt x="6670456" y="631730"/>
                  </a:lnTo>
                  <a:lnTo>
                    <a:pt x="6605007" y="666614"/>
                  </a:lnTo>
                  <a:lnTo>
                    <a:pt x="6559300" y="680855"/>
                  </a:lnTo>
                  <a:lnTo>
                    <a:pt x="6506360" y="692516"/>
                  </a:lnTo>
                  <a:lnTo>
                    <a:pt x="6447256" y="701261"/>
                  </a:lnTo>
                  <a:lnTo>
                    <a:pt x="6383053" y="706754"/>
                  </a:lnTo>
                  <a:lnTo>
                    <a:pt x="6314821" y="708660"/>
                  </a:lnTo>
                  <a:lnTo>
                    <a:pt x="379349" y="708660"/>
                  </a:lnTo>
                  <a:lnTo>
                    <a:pt x="311149" y="706754"/>
                  </a:lnTo>
                  <a:lnTo>
                    <a:pt x="246965" y="701261"/>
                  </a:lnTo>
                  <a:lnTo>
                    <a:pt x="187865" y="692516"/>
                  </a:lnTo>
                  <a:lnTo>
                    <a:pt x="134922" y="680855"/>
                  </a:lnTo>
                  <a:lnTo>
                    <a:pt x="89204" y="666614"/>
                  </a:lnTo>
                  <a:lnTo>
                    <a:pt x="51783" y="650127"/>
                  </a:lnTo>
                  <a:lnTo>
                    <a:pt x="6110" y="611759"/>
                  </a:lnTo>
                  <a:lnTo>
                    <a:pt x="0" y="590550"/>
                  </a:lnTo>
                  <a:lnTo>
                    <a:pt x="0" y="118110"/>
                  </a:lnTo>
                  <a:close/>
                </a:path>
              </a:pathLst>
            </a:custGeom>
            <a:ln w="9906">
              <a:solidFill>
                <a:srgbClr val="D244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87804" y="2032000"/>
            <a:ext cx="5528945" cy="1187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3665" marR="737870" indent="-13716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GitHub</a:t>
            </a:r>
            <a:r>
              <a:rPr sz="2000" spc="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Pages</a:t>
            </a:r>
            <a:r>
              <a:rPr sz="2000" spc="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source</a:t>
            </a:r>
            <a:r>
              <a:rPr sz="2000" spc="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mic Sans MS"/>
                <a:cs typeface="Comic Sans MS"/>
              </a:rPr>
              <a:t>repositories</a:t>
            </a:r>
            <a:r>
              <a:rPr sz="2000" spc="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have</a:t>
            </a:r>
            <a:r>
              <a:rPr sz="2000" spc="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a </a:t>
            </a:r>
            <a:r>
              <a:rPr sz="2000" spc="-58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limitation</a:t>
            </a:r>
            <a:r>
              <a:rPr sz="2000" spc="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of</a:t>
            </a:r>
            <a:r>
              <a:rPr sz="200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r>
              <a:rPr sz="2000" spc="-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GB</a:t>
            </a:r>
            <a:endParaRPr sz="2000" dirty="0">
              <a:latin typeface="Comic Sans MS"/>
              <a:cs typeface="Comic Sans MS"/>
            </a:endParaRPr>
          </a:p>
          <a:p>
            <a:pPr marL="94615">
              <a:lnSpc>
                <a:spcPct val="100000"/>
              </a:lnSpc>
              <a:spcBef>
                <a:spcPts val="1955"/>
              </a:spcBef>
            </a:pP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Published</a:t>
            </a:r>
            <a:r>
              <a:rPr sz="2000" spc="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sites</a:t>
            </a:r>
            <a:r>
              <a:rPr sz="2000" spc="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cannot</a:t>
            </a:r>
            <a:r>
              <a:rPr sz="2000" spc="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exceed</a:t>
            </a:r>
            <a:r>
              <a:rPr sz="2000" spc="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more</a:t>
            </a:r>
            <a:r>
              <a:rPr sz="2000" spc="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omic Sans MS"/>
                <a:cs typeface="Comic Sans MS"/>
              </a:rPr>
              <a:t>than 1 GB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09750" y="3986784"/>
            <a:ext cx="6648450" cy="708660"/>
          </a:xfrm>
          <a:custGeom>
            <a:avLst/>
            <a:gdLst/>
            <a:ahLst/>
            <a:cxnLst/>
            <a:rect l="l" t="t" r="r" b="b"/>
            <a:pathLst>
              <a:path w="6648450" h="708660">
                <a:moveTo>
                  <a:pt x="6271641" y="0"/>
                </a:moveTo>
                <a:lnTo>
                  <a:pt x="376808" y="0"/>
                </a:lnTo>
                <a:lnTo>
                  <a:pt x="309064" y="1905"/>
                </a:lnTo>
                <a:lnTo>
                  <a:pt x="245309" y="7398"/>
                </a:lnTo>
                <a:lnTo>
                  <a:pt x="186605" y="16143"/>
                </a:lnTo>
                <a:lnTo>
                  <a:pt x="134016" y="27804"/>
                </a:lnTo>
                <a:lnTo>
                  <a:pt x="88605" y="42045"/>
                </a:lnTo>
                <a:lnTo>
                  <a:pt x="51434" y="58532"/>
                </a:lnTo>
                <a:lnTo>
                  <a:pt x="6069" y="96900"/>
                </a:lnTo>
                <a:lnTo>
                  <a:pt x="0" y="118110"/>
                </a:lnTo>
                <a:lnTo>
                  <a:pt x="0" y="590550"/>
                </a:lnTo>
                <a:lnTo>
                  <a:pt x="23568" y="631730"/>
                </a:lnTo>
                <a:lnTo>
                  <a:pt x="88605" y="666614"/>
                </a:lnTo>
                <a:lnTo>
                  <a:pt x="134016" y="680855"/>
                </a:lnTo>
                <a:lnTo>
                  <a:pt x="186605" y="692516"/>
                </a:lnTo>
                <a:lnTo>
                  <a:pt x="245309" y="701261"/>
                </a:lnTo>
                <a:lnTo>
                  <a:pt x="309064" y="706754"/>
                </a:lnTo>
                <a:lnTo>
                  <a:pt x="376808" y="708660"/>
                </a:lnTo>
                <a:lnTo>
                  <a:pt x="6271641" y="708660"/>
                </a:lnTo>
                <a:lnTo>
                  <a:pt x="6339418" y="706754"/>
                </a:lnTo>
                <a:lnTo>
                  <a:pt x="6403192" y="701261"/>
                </a:lnTo>
                <a:lnTo>
                  <a:pt x="6461901" y="692516"/>
                </a:lnTo>
                <a:lnTo>
                  <a:pt x="6514485" y="680855"/>
                </a:lnTo>
                <a:lnTo>
                  <a:pt x="6559886" y="666614"/>
                </a:lnTo>
                <a:lnTo>
                  <a:pt x="6597043" y="650127"/>
                </a:lnTo>
                <a:lnTo>
                  <a:pt x="6642384" y="611759"/>
                </a:lnTo>
                <a:lnTo>
                  <a:pt x="6648450" y="590550"/>
                </a:lnTo>
                <a:lnTo>
                  <a:pt x="6648450" y="118110"/>
                </a:lnTo>
                <a:lnTo>
                  <a:pt x="6624895" y="76929"/>
                </a:lnTo>
                <a:lnTo>
                  <a:pt x="6559886" y="42045"/>
                </a:lnTo>
                <a:lnTo>
                  <a:pt x="6514485" y="27804"/>
                </a:lnTo>
                <a:lnTo>
                  <a:pt x="6461901" y="16143"/>
                </a:lnTo>
                <a:lnTo>
                  <a:pt x="6403192" y="7398"/>
                </a:lnTo>
                <a:lnTo>
                  <a:pt x="6339418" y="1905"/>
                </a:lnTo>
                <a:lnTo>
                  <a:pt x="6271641" y="0"/>
                </a:lnTo>
                <a:close/>
              </a:path>
            </a:pathLst>
          </a:custGeom>
          <a:solidFill>
            <a:srgbClr val="BCB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09750" y="4993385"/>
            <a:ext cx="6694170" cy="708660"/>
          </a:xfrm>
          <a:custGeom>
            <a:avLst/>
            <a:gdLst/>
            <a:ahLst/>
            <a:cxnLst/>
            <a:rect l="l" t="t" r="r" b="b"/>
            <a:pathLst>
              <a:path w="6694170" h="708660">
                <a:moveTo>
                  <a:pt x="6314821" y="0"/>
                </a:moveTo>
                <a:lnTo>
                  <a:pt x="379349" y="0"/>
                </a:lnTo>
                <a:lnTo>
                  <a:pt x="311149" y="1901"/>
                </a:lnTo>
                <a:lnTo>
                  <a:pt x="246965" y="7383"/>
                </a:lnTo>
                <a:lnTo>
                  <a:pt x="187865" y="16114"/>
                </a:lnTo>
                <a:lnTo>
                  <a:pt x="134922" y="27762"/>
                </a:lnTo>
                <a:lnTo>
                  <a:pt x="89204" y="41993"/>
                </a:lnTo>
                <a:lnTo>
                  <a:pt x="51783" y="58476"/>
                </a:lnTo>
                <a:lnTo>
                  <a:pt x="6110" y="96867"/>
                </a:lnTo>
                <a:lnTo>
                  <a:pt x="0" y="118110"/>
                </a:lnTo>
                <a:lnTo>
                  <a:pt x="0" y="590550"/>
                </a:lnTo>
                <a:lnTo>
                  <a:pt x="23728" y="631766"/>
                </a:lnTo>
                <a:lnTo>
                  <a:pt x="89204" y="666650"/>
                </a:lnTo>
                <a:lnTo>
                  <a:pt x="134922" y="680885"/>
                </a:lnTo>
                <a:lnTo>
                  <a:pt x="187865" y="692536"/>
                </a:lnTo>
                <a:lnTo>
                  <a:pt x="246965" y="701271"/>
                </a:lnTo>
                <a:lnTo>
                  <a:pt x="311149" y="706757"/>
                </a:lnTo>
                <a:lnTo>
                  <a:pt x="379349" y="708660"/>
                </a:lnTo>
                <a:lnTo>
                  <a:pt x="6314821" y="708660"/>
                </a:lnTo>
                <a:lnTo>
                  <a:pt x="6383053" y="706757"/>
                </a:lnTo>
                <a:lnTo>
                  <a:pt x="6447256" y="701271"/>
                </a:lnTo>
                <a:lnTo>
                  <a:pt x="6506360" y="692536"/>
                </a:lnTo>
                <a:lnTo>
                  <a:pt x="6559300" y="680885"/>
                </a:lnTo>
                <a:lnTo>
                  <a:pt x="6605007" y="666650"/>
                </a:lnTo>
                <a:lnTo>
                  <a:pt x="6642415" y="650166"/>
                </a:lnTo>
                <a:lnTo>
                  <a:pt x="6688063" y="611782"/>
                </a:lnTo>
                <a:lnTo>
                  <a:pt x="6694170" y="590550"/>
                </a:lnTo>
                <a:lnTo>
                  <a:pt x="6694170" y="118110"/>
                </a:lnTo>
                <a:lnTo>
                  <a:pt x="6670456" y="76878"/>
                </a:lnTo>
                <a:lnTo>
                  <a:pt x="6605007" y="41993"/>
                </a:lnTo>
                <a:lnTo>
                  <a:pt x="6559300" y="27762"/>
                </a:lnTo>
                <a:lnTo>
                  <a:pt x="6506360" y="16114"/>
                </a:lnTo>
                <a:lnTo>
                  <a:pt x="6447256" y="7383"/>
                </a:lnTo>
                <a:lnTo>
                  <a:pt x="6383053" y="1901"/>
                </a:lnTo>
                <a:lnTo>
                  <a:pt x="6314821" y="0"/>
                </a:lnTo>
                <a:close/>
              </a:path>
            </a:pathLst>
          </a:custGeom>
          <a:solidFill>
            <a:srgbClr val="9BBA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54297" y="4158674"/>
            <a:ext cx="6073646" cy="15433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omic Sans MS"/>
                <a:cs typeface="Comic Sans MS"/>
              </a:rPr>
              <a:t>Agree</a:t>
            </a:r>
            <a:r>
              <a:rPr sz="2000" spc="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to</a:t>
            </a:r>
            <a:r>
              <a:rPr sz="200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Terms</a:t>
            </a:r>
            <a:r>
              <a:rPr sz="2000" spc="2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and</a:t>
            </a:r>
            <a:r>
              <a:rPr sz="2000" spc="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Conditions</a:t>
            </a:r>
            <a:r>
              <a:rPr sz="2000" spc="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of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GitHub</a:t>
            </a:r>
            <a:r>
              <a:rPr sz="2000" spc="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Pages</a:t>
            </a:r>
            <a:endParaRPr sz="20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9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omic Sans MS"/>
                <a:cs typeface="Comic Sans MS"/>
              </a:rPr>
              <a:t>Allows</a:t>
            </a:r>
            <a:r>
              <a:rPr sz="200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users</a:t>
            </a:r>
            <a:r>
              <a:rPr sz="2000" spc="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to create</a:t>
            </a:r>
            <a:r>
              <a:rPr sz="2000" spc="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only</a:t>
            </a:r>
            <a:r>
              <a:rPr sz="200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one</a:t>
            </a:r>
            <a:r>
              <a:rPr sz="2000" spc="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Organization/Users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59155"/>
            <a:ext cx="18719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SUMMARY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901700" y="4892052"/>
            <a:ext cx="7272655" cy="37909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354965" algn="l"/>
              </a:tabLst>
            </a:pPr>
            <a:r>
              <a:rPr sz="2000" spc="-5" dirty="0">
                <a:latin typeface="Arial MT"/>
                <a:cs typeface="Arial MT"/>
              </a:rPr>
              <a:t>•	</a:t>
            </a:r>
            <a:r>
              <a:rPr sz="2000" spc="-5" dirty="0">
                <a:latin typeface="Comic Sans MS"/>
                <a:cs typeface="Comic Sans MS"/>
              </a:rPr>
              <a:t>Cloning</a:t>
            </a:r>
            <a:r>
              <a:rPr sz="2000" spc="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is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the</a:t>
            </a:r>
            <a:r>
              <a:rPr sz="200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process</a:t>
            </a:r>
            <a:r>
              <a:rPr sz="2000" spc="2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of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creating</a:t>
            </a:r>
            <a:r>
              <a:rPr sz="2000" spc="2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a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copy</a:t>
            </a:r>
            <a:r>
              <a:rPr sz="2000" spc="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of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the</a:t>
            </a:r>
            <a:r>
              <a:rPr sz="2000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repository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32519" y="6601705"/>
            <a:ext cx="321945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45"/>
              </a:lnSpc>
            </a:pPr>
            <a:fld id="{81D60167-4931-47E6-BA6A-407CBD079E47}" type="slidenum">
              <a:rPr sz="16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12</a:t>
            </a:fld>
            <a:endParaRPr sz="1650">
              <a:latin typeface="Franklin Gothic Medium"/>
              <a:cs typeface="Franklin Gothic Medium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5" dirty="0"/>
              <a:t>V  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10" dirty="0"/>
              <a:t>.</a:t>
            </a:r>
            <a:r>
              <a:rPr spc="-55" dirty="0"/>
              <a:t> </a:t>
            </a:r>
            <a:r>
              <a:rPr dirty="0"/>
              <a:t>0  </a:t>
            </a:r>
            <a:r>
              <a:rPr spc="-105" dirty="0"/>
              <a:t> </a:t>
            </a:r>
            <a:r>
              <a:rPr dirty="0"/>
              <a:t>©  </a:t>
            </a:r>
            <a:r>
              <a:rPr spc="-105" dirty="0"/>
              <a:t> </a:t>
            </a:r>
            <a:r>
              <a:rPr spc="-70" dirty="0"/>
              <a:t>A</a:t>
            </a:r>
            <a:r>
              <a:rPr spc="-60" dirty="0"/>
              <a:t> </a:t>
            </a:r>
            <a:r>
              <a:rPr spc="-40" dirty="0"/>
              <a:t>P</a:t>
            </a:r>
            <a:r>
              <a:rPr spc="-60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dirty="0"/>
              <a:t>C</a:t>
            </a:r>
            <a:r>
              <a:rPr spc="-55" dirty="0"/>
              <a:t> </a:t>
            </a:r>
            <a:r>
              <a:rPr dirty="0"/>
              <a:t>H  </a:t>
            </a:r>
            <a:r>
              <a:rPr spc="-95" dirty="0"/>
              <a:t> </a:t>
            </a:r>
            <a:r>
              <a:rPr spc="-10" dirty="0"/>
              <a:t>L</a:t>
            </a:r>
            <a:r>
              <a:rPr spc="-55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spc="10" dirty="0"/>
              <a:t>M</a:t>
            </a:r>
            <a:r>
              <a:rPr spc="-60" dirty="0"/>
              <a:t> </a:t>
            </a:r>
            <a:r>
              <a:rPr spc="-20" dirty="0"/>
              <a:t>I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10" dirty="0"/>
              <a:t>E</a:t>
            </a:r>
            <a:r>
              <a:rPr spc="-60" dirty="0"/>
              <a:t> </a:t>
            </a:r>
            <a:r>
              <a:rPr spc="-10" dirty="0"/>
              <a:t>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45465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Free,</a:t>
            </a:r>
            <a:r>
              <a:rPr spc="5" dirty="0"/>
              <a:t> </a:t>
            </a:r>
            <a:r>
              <a:rPr spc="-5" dirty="0"/>
              <a:t>Team,</a:t>
            </a:r>
            <a:r>
              <a:rPr spc="15" dirty="0"/>
              <a:t> </a:t>
            </a:r>
            <a:r>
              <a:rPr spc="-5" dirty="0"/>
              <a:t>and</a:t>
            </a:r>
            <a:r>
              <a:rPr spc="15" dirty="0"/>
              <a:t> </a:t>
            </a:r>
            <a:r>
              <a:rPr spc="-5" dirty="0"/>
              <a:t>Enterprise</a:t>
            </a:r>
            <a:r>
              <a:rPr spc="30" dirty="0"/>
              <a:t> </a:t>
            </a:r>
            <a:r>
              <a:rPr spc="-5" dirty="0"/>
              <a:t>are</a:t>
            </a:r>
            <a:r>
              <a:rPr spc="15"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10" dirty="0"/>
              <a:t>three</a:t>
            </a:r>
            <a:r>
              <a:rPr spc="15" dirty="0"/>
              <a:t> </a:t>
            </a:r>
            <a:r>
              <a:rPr spc="-5" dirty="0"/>
              <a:t>major</a:t>
            </a:r>
            <a:r>
              <a:rPr spc="15" dirty="0"/>
              <a:t> </a:t>
            </a:r>
            <a:r>
              <a:rPr spc="-5" dirty="0"/>
              <a:t>types</a:t>
            </a:r>
            <a:r>
              <a:rPr spc="10" dirty="0"/>
              <a:t> </a:t>
            </a:r>
            <a:r>
              <a:rPr spc="-5" dirty="0"/>
              <a:t>of </a:t>
            </a:r>
            <a:r>
              <a:rPr spc="-585" dirty="0"/>
              <a:t> </a:t>
            </a:r>
            <a:r>
              <a:rPr spc="-5" dirty="0"/>
              <a:t>accounts</a:t>
            </a: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150"/>
          </a:p>
          <a:p>
            <a:pPr marL="355600" marR="220345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Enables</a:t>
            </a:r>
            <a:r>
              <a:rPr spc="25" dirty="0"/>
              <a:t> </a:t>
            </a:r>
            <a:r>
              <a:rPr spc="-5" dirty="0"/>
              <a:t>to</a:t>
            </a:r>
            <a:r>
              <a:rPr spc="5" dirty="0"/>
              <a:t> </a:t>
            </a:r>
            <a:r>
              <a:rPr spc="-10" dirty="0"/>
              <a:t>perform</a:t>
            </a:r>
            <a:r>
              <a:rPr spc="20" dirty="0"/>
              <a:t> </a:t>
            </a:r>
            <a:r>
              <a:rPr spc="-10" dirty="0"/>
              <a:t>remote</a:t>
            </a:r>
            <a:r>
              <a:rPr spc="15" dirty="0"/>
              <a:t> </a:t>
            </a:r>
            <a:r>
              <a:rPr spc="-5" dirty="0"/>
              <a:t>access,</a:t>
            </a:r>
            <a:r>
              <a:rPr spc="15" dirty="0"/>
              <a:t> </a:t>
            </a:r>
            <a:r>
              <a:rPr spc="-5" dirty="0"/>
              <a:t>quality</a:t>
            </a:r>
            <a:r>
              <a:rPr spc="15" dirty="0"/>
              <a:t> </a:t>
            </a:r>
            <a:r>
              <a:rPr spc="-5" dirty="0"/>
              <a:t>management,</a:t>
            </a:r>
            <a:r>
              <a:rPr spc="30" dirty="0"/>
              <a:t> </a:t>
            </a:r>
            <a:r>
              <a:rPr spc="-5" dirty="0"/>
              <a:t>and </a:t>
            </a:r>
            <a:r>
              <a:rPr spc="-585" dirty="0"/>
              <a:t> </a:t>
            </a:r>
            <a:r>
              <a:rPr spc="-5" dirty="0"/>
              <a:t>collaboration</a:t>
            </a: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150"/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Forking</a:t>
            </a:r>
            <a:r>
              <a:rPr spc="10" dirty="0"/>
              <a:t> </a:t>
            </a:r>
            <a:r>
              <a:rPr spc="-5" dirty="0"/>
              <a:t>creates</a:t>
            </a:r>
            <a:r>
              <a:rPr spc="15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5" dirty="0"/>
              <a:t>copy</a:t>
            </a:r>
            <a:r>
              <a:rPr spc="10" dirty="0"/>
              <a:t> </a:t>
            </a:r>
            <a:r>
              <a:rPr spc="-5" dirty="0"/>
              <a:t>of</a:t>
            </a:r>
            <a:r>
              <a:rPr dirty="0"/>
              <a:t> </a:t>
            </a:r>
            <a:r>
              <a:rPr spc="-5" dirty="0"/>
              <a:t>the </a:t>
            </a:r>
            <a:r>
              <a:rPr spc="-10" dirty="0"/>
              <a:t>repository</a:t>
            </a: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2150"/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Merging</a:t>
            </a:r>
            <a:r>
              <a:rPr dirty="0"/>
              <a:t> </a:t>
            </a:r>
            <a:r>
              <a:rPr spc="-5" dirty="0"/>
              <a:t>accepts</a:t>
            </a:r>
            <a:r>
              <a:rPr spc="10" dirty="0"/>
              <a:t> </a:t>
            </a:r>
            <a:r>
              <a:rPr spc="-5" dirty="0"/>
              <a:t>changes</a:t>
            </a:r>
            <a:r>
              <a:rPr spc="5" dirty="0"/>
              <a:t> </a:t>
            </a:r>
            <a:r>
              <a:rPr spc="-5" dirty="0"/>
              <a:t>from</a:t>
            </a:r>
            <a:r>
              <a:rPr spc="-15" dirty="0"/>
              <a:t> </a:t>
            </a:r>
            <a:r>
              <a:rPr spc="-5" dirty="0"/>
              <a:t>the forked</a:t>
            </a:r>
            <a:r>
              <a:rPr spc="-10" dirty="0"/>
              <a:t> </a:t>
            </a:r>
            <a:r>
              <a:rPr spc="-5" dirty="0"/>
              <a:t>repository</a:t>
            </a:r>
            <a:r>
              <a:rPr dirty="0"/>
              <a:t> </a:t>
            </a:r>
            <a:r>
              <a:rPr spc="-5" dirty="0"/>
              <a:t>into</a:t>
            </a:r>
            <a:r>
              <a:rPr spc="-10" dirty="0"/>
              <a:t> </a:t>
            </a:r>
            <a:r>
              <a:rPr spc="-5" dirty="0"/>
              <a:t>the</a:t>
            </a:r>
          </a:p>
          <a:p>
            <a:pPr marL="355600">
              <a:lnSpc>
                <a:spcPct val="100000"/>
              </a:lnSpc>
            </a:pPr>
            <a:r>
              <a:rPr spc="-5" dirty="0"/>
              <a:t>original</a:t>
            </a:r>
            <a:r>
              <a:rPr dirty="0"/>
              <a:t> </a:t>
            </a:r>
            <a:r>
              <a:rPr spc="-10" dirty="0"/>
              <a:t>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575</Words>
  <Application>Microsoft Office PowerPoint</Application>
  <PresentationFormat>On-screen Show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 MT</vt:lpstr>
      <vt:lpstr>Calibri</vt:lpstr>
      <vt:lpstr>Comic Sans MS</vt:lpstr>
      <vt:lpstr>Franklin Gothic Medium</vt:lpstr>
      <vt:lpstr>Wingdings</vt:lpstr>
      <vt:lpstr>Office Theme</vt:lpstr>
      <vt:lpstr>PowerPoint Presentation</vt:lpstr>
      <vt:lpstr>OBJECTIVES</vt:lpstr>
      <vt:lpstr>GITHUB PRICING PLANS</vt:lpstr>
      <vt:lpstr>FORKING AND OTHER OPERATIONS WITH GITHUB 1-2</vt:lpstr>
      <vt:lpstr>FORKING AND OTHER OPERATIONS WITH GITHUB 2-2</vt:lpstr>
      <vt:lpstr>CLONING A REPOSITORY</vt:lpstr>
      <vt:lpstr>INTRODUCTION TO GITHUB PAGES</vt:lpstr>
      <vt:lpstr>TYPES OF GITHUB PAGES SITES 1-2</vt:lpstr>
      <vt:lpstr>TYPES OF GITHUB PAGES SITES 2-2</vt:lpstr>
      <vt:lpstr>GUIDELINES FOR USING GITHUB PAGES</vt:lpstr>
      <vt:lpstr>LIMITATIONS OF USAGE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Fariha Shafiq</cp:lastModifiedBy>
  <cp:revision>1</cp:revision>
  <dcterms:created xsi:type="dcterms:W3CDTF">2023-08-18T04:00:53Z</dcterms:created>
  <dcterms:modified xsi:type="dcterms:W3CDTF">2025-10-21T09:10:54Z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2023-08-18T00:00:00Z</vt:filetime>
  </property>
</Properties>
</file>