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2286" y="6629398"/>
            <a:ext cx="9146540" cy="228600"/>
          </a:xfrm>
          <a:custGeom>
            <a:avLst/>
            <a:gdLst/>
            <a:ahLst/>
            <a:cxnLst/>
            <a:rect l="l" t="t" r="r" b="b"/>
            <a:pathLst>
              <a:path w="9146540" h="228600">
                <a:moveTo>
                  <a:pt x="9146286" y="114"/>
                </a:moveTo>
                <a:lnTo>
                  <a:pt x="2041144" y="0"/>
                </a:lnTo>
                <a:lnTo>
                  <a:pt x="0" y="228599"/>
                </a:lnTo>
                <a:lnTo>
                  <a:pt x="9146286" y="228599"/>
                </a:lnTo>
                <a:lnTo>
                  <a:pt x="9146286" y="114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647949"/>
            <a:ext cx="3572510" cy="4210050"/>
          </a:xfrm>
          <a:custGeom>
            <a:avLst/>
            <a:gdLst/>
            <a:ahLst/>
            <a:cxnLst/>
            <a:rect l="l" t="t" r="r" b="b"/>
            <a:pathLst>
              <a:path w="3572510" h="4210050">
                <a:moveTo>
                  <a:pt x="0" y="-1"/>
                </a:moveTo>
                <a:lnTo>
                  <a:pt x="0" y="4210048"/>
                </a:lnTo>
                <a:lnTo>
                  <a:pt x="3572255" y="4210048"/>
                </a:lnTo>
                <a:lnTo>
                  <a:pt x="0" y="-1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19900"/>
          </a:xfrm>
          <a:custGeom>
            <a:avLst/>
            <a:gdLst/>
            <a:ahLst/>
            <a:cxnLst/>
            <a:rect l="l" t="t" r="r" b="b"/>
            <a:pathLst>
              <a:path w="9144000" h="6819900">
                <a:moveTo>
                  <a:pt x="9143999" y="0"/>
                </a:moveTo>
                <a:lnTo>
                  <a:pt x="7691978" y="0"/>
                </a:lnTo>
                <a:lnTo>
                  <a:pt x="0" y="6817872"/>
                </a:lnTo>
                <a:lnTo>
                  <a:pt x="0" y="6819898"/>
                </a:lnTo>
                <a:lnTo>
                  <a:pt x="9143999" y="6819898"/>
                </a:lnTo>
                <a:lnTo>
                  <a:pt x="9143999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1238" y="843788"/>
            <a:ext cx="6004052" cy="47505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2286" y="6629398"/>
            <a:ext cx="9146540" cy="228600"/>
          </a:xfrm>
          <a:custGeom>
            <a:avLst/>
            <a:gdLst/>
            <a:ahLst/>
            <a:cxnLst/>
            <a:rect l="l" t="t" r="r" b="b"/>
            <a:pathLst>
              <a:path w="9146540" h="228600">
                <a:moveTo>
                  <a:pt x="9146286" y="114"/>
                </a:moveTo>
                <a:lnTo>
                  <a:pt x="2041144" y="0"/>
                </a:lnTo>
                <a:lnTo>
                  <a:pt x="0" y="228599"/>
                </a:lnTo>
                <a:lnTo>
                  <a:pt x="9146286" y="228599"/>
                </a:lnTo>
                <a:lnTo>
                  <a:pt x="9146286" y="114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359155"/>
            <a:ext cx="7340600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1069847"/>
            <a:ext cx="7698105" cy="441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4778" y="6658080"/>
            <a:ext cx="1897379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93480" y="6601705"/>
            <a:ext cx="199390" cy="26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2342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OBJECTIVES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744472"/>
            <a:ext cx="6147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Describe how</a:t>
            </a:r>
            <a:r>
              <a:rPr sz="2000" b="1" spc="-1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to</a:t>
            </a:r>
            <a:r>
              <a:rPr sz="2000" b="1" spc="-1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create a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remote</a:t>
            </a:r>
            <a:r>
              <a:rPr sz="2000" b="1" spc="-25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branch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Describe how</a:t>
            </a:r>
            <a:r>
              <a:rPr sz="2000" b="1" spc="-1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to</a:t>
            </a:r>
            <a:r>
              <a:rPr sz="2000" b="1" spc="-1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pull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from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a</a:t>
            </a:r>
            <a:r>
              <a:rPr sz="2000" b="1" spc="5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remote</a:t>
            </a:r>
            <a:r>
              <a:rPr sz="2000" b="1" spc="-2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connection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55873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REMOTE</a:t>
            </a:r>
            <a:r>
              <a:rPr spc="-20" dirty="0"/>
              <a:t> </a:t>
            </a:r>
            <a:r>
              <a:rPr spc="-5" dirty="0"/>
              <a:t>BRANCHES</a:t>
            </a:r>
            <a:r>
              <a:rPr spc="-20" dirty="0"/>
              <a:t> </a:t>
            </a:r>
            <a:r>
              <a:rPr spc="-5" dirty="0"/>
              <a:t>IN</a:t>
            </a:r>
            <a:r>
              <a:rPr spc="-25" dirty="0"/>
              <a:t> </a:t>
            </a:r>
            <a:r>
              <a:rPr dirty="0"/>
              <a:t>GIT</a:t>
            </a:r>
            <a:r>
              <a:rPr spc="-25" dirty="0"/>
              <a:t> </a:t>
            </a:r>
            <a:r>
              <a:rPr spc="10" dirty="0"/>
              <a:t>1-2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77467" y="1389379"/>
            <a:ext cx="280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Remote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Connections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12614" y="1588261"/>
            <a:ext cx="294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Synchronization</a:t>
            </a:r>
            <a:r>
              <a:rPr sz="1800" spc="-5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mechanism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" y="3139439"/>
            <a:ext cx="4038600" cy="248793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4900" y="3139439"/>
            <a:ext cx="4038600" cy="248793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5644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REMOTE</a:t>
            </a:r>
            <a:r>
              <a:rPr spc="-20" dirty="0"/>
              <a:t> </a:t>
            </a:r>
            <a:r>
              <a:rPr spc="-5" dirty="0"/>
              <a:t>BRANCHES</a:t>
            </a:r>
            <a:r>
              <a:rPr spc="-20" dirty="0"/>
              <a:t> </a:t>
            </a:r>
            <a:r>
              <a:rPr spc="-5" dirty="0"/>
              <a:t>IN</a:t>
            </a:r>
            <a:r>
              <a:rPr spc="-25" dirty="0"/>
              <a:t> </a:t>
            </a:r>
            <a:r>
              <a:rPr dirty="0"/>
              <a:t>GIT</a:t>
            </a:r>
            <a:r>
              <a:rPr spc="-25" dirty="0"/>
              <a:t> </a:t>
            </a:r>
            <a:r>
              <a:rPr spc="10" dirty="0"/>
              <a:t>2-2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77467" y="1389379"/>
            <a:ext cx="2805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Remote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Connections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93208" y="1245870"/>
            <a:ext cx="2589530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0840" marR="5080" indent="-358775">
              <a:lnSpc>
                <a:spcPct val="1044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Setting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Up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Deleting </a:t>
            </a:r>
            <a:r>
              <a:rPr sz="1800" spc="-5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Remote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Branches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1394" y="5473191"/>
            <a:ext cx="4554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mic Sans MS"/>
                <a:cs typeface="Comic Sans MS"/>
              </a:rPr>
              <a:t>These</a:t>
            </a:r>
            <a:r>
              <a:rPr sz="2400" b="1" spc="-3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tasks</a:t>
            </a:r>
            <a:r>
              <a:rPr sz="2400" b="1" spc="-35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can</a:t>
            </a:r>
            <a:r>
              <a:rPr sz="2400" b="1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be</a:t>
            </a:r>
            <a:r>
              <a:rPr sz="2400" b="1" spc="-25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done</a:t>
            </a:r>
            <a:r>
              <a:rPr sz="2400" b="1" spc="-2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using </a:t>
            </a:r>
            <a:r>
              <a:rPr sz="2400" b="1" spc="-1025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various</a:t>
            </a:r>
            <a:r>
              <a:rPr sz="2400" b="1" spc="-2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commands.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2927604"/>
            <a:ext cx="8455914" cy="255422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35820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PULLING</a:t>
            </a:r>
            <a:r>
              <a:rPr spc="-45" dirty="0"/>
              <a:t> </a:t>
            </a:r>
            <a:r>
              <a:rPr spc="-5" dirty="0"/>
              <a:t>IN</a:t>
            </a:r>
            <a:r>
              <a:rPr spc="-30" dirty="0"/>
              <a:t> </a:t>
            </a:r>
            <a:r>
              <a:rPr dirty="0"/>
              <a:t>GIT</a:t>
            </a:r>
            <a:r>
              <a:rPr spc="-35" dirty="0"/>
              <a:t> </a:t>
            </a:r>
            <a:r>
              <a:rPr spc="-5" dirty="0"/>
              <a:t>1-2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39367" y="1588261"/>
            <a:ext cx="288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Mechanism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Pulling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35194" y="1588261"/>
            <a:ext cx="2301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Approaches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Pulling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2895600"/>
            <a:ext cx="4914900" cy="342138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3639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PULLING</a:t>
            </a:r>
            <a:r>
              <a:rPr spc="-45" dirty="0"/>
              <a:t> </a:t>
            </a:r>
            <a:r>
              <a:rPr spc="-5" dirty="0"/>
              <a:t>IN</a:t>
            </a:r>
            <a:r>
              <a:rPr spc="-30" dirty="0"/>
              <a:t> </a:t>
            </a:r>
            <a:r>
              <a:rPr dirty="0"/>
              <a:t>GIT</a:t>
            </a:r>
            <a:r>
              <a:rPr spc="-35" dirty="0"/>
              <a:t> </a:t>
            </a:r>
            <a:r>
              <a:rPr spc="-5" dirty="0"/>
              <a:t>2-2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02080"/>
            <a:ext cx="4674870" cy="1320800"/>
            <a:chOff x="299338" y="902080"/>
            <a:chExt cx="4674870" cy="1320800"/>
          </a:xfrm>
        </p:grpSpPr>
        <p:sp>
          <p:nvSpPr>
            <p:cNvPr id="4" name="object 4"/>
            <p:cNvSpPr/>
            <p:nvPr/>
          </p:nvSpPr>
          <p:spPr>
            <a:xfrm>
              <a:off x="312038" y="914780"/>
              <a:ext cx="4649470" cy="1295400"/>
            </a:xfrm>
            <a:custGeom>
              <a:avLst/>
              <a:gdLst/>
              <a:ahLst/>
              <a:cxnLst/>
              <a:rect l="l" t="t" r="r" b="b"/>
              <a:pathLst>
                <a:path w="4649470" h="1295400">
                  <a:moveTo>
                    <a:pt x="4001262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4001262" y="1295400"/>
                  </a:lnTo>
                  <a:lnTo>
                    <a:pt x="4648962" y="647700"/>
                  </a:lnTo>
                  <a:lnTo>
                    <a:pt x="40012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14780"/>
              <a:ext cx="4649470" cy="1295400"/>
            </a:xfrm>
            <a:custGeom>
              <a:avLst/>
              <a:gdLst/>
              <a:ahLst/>
              <a:cxnLst/>
              <a:rect l="l" t="t" r="r" b="b"/>
              <a:pathLst>
                <a:path w="4649470" h="1295400">
                  <a:moveTo>
                    <a:pt x="0" y="0"/>
                  </a:moveTo>
                  <a:lnTo>
                    <a:pt x="4001262" y="0"/>
                  </a:lnTo>
                  <a:lnTo>
                    <a:pt x="4648962" y="647700"/>
                  </a:lnTo>
                  <a:lnTo>
                    <a:pt x="4001262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9847" y="1397761"/>
            <a:ext cx="288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Mechanism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Pulling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02208"/>
            <a:ext cx="4674870" cy="1320800"/>
            <a:chOff x="4024884" y="902208"/>
            <a:chExt cx="4674870" cy="1320800"/>
          </a:xfrm>
        </p:grpSpPr>
        <p:sp>
          <p:nvSpPr>
            <p:cNvPr id="8" name="object 8"/>
            <p:cNvSpPr/>
            <p:nvPr/>
          </p:nvSpPr>
          <p:spPr>
            <a:xfrm>
              <a:off x="4037457" y="914781"/>
              <a:ext cx="4650105" cy="1295400"/>
            </a:xfrm>
            <a:custGeom>
              <a:avLst/>
              <a:gdLst/>
              <a:ahLst/>
              <a:cxnLst/>
              <a:rect l="l" t="t" r="r" b="b"/>
              <a:pathLst>
                <a:path w="4650105" h="1295400">
                  <a:moveTo>
                    <a:pt x="4002024" y="0"/>
                  </a:moveTo>
                  <a:lnTo>
                    <a:pt x="0" y="0"/>
                  </a:lnTo>
                  <a:lnTo>
                    <a:pt x="647700" y="647700"/>
                  </a:lnTo>
                  <a:lnTo>
                    <a:pt x="0" y="1295400"/>
                  </a:lnTo>
                  <a:lnTo>
                    <a:pt x="4002024" y="1295400"/>
                  </a:lnTo>
                  <a:lnTo>
                    <a:pt x="4649724" y="647700"/>
                  </a:lnTo>
                  <a:lnTo>
                    <a:pt x="4002024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14781"/>
              <a:ext cx="4650105" cy="1295400"/>
            </a:xfrm>
            <a:custGeom>
              <a:avLst/>
              <a:gdLst/>
              <a:ahLst/>
              <a:cxnLst/>
              <a:rect l="l" t="t" r="r" b="b"/>
              <a:pathLst>
                <a:path w="4650105" h="1295400">
                  <a:moveTo>
                    <a:pt x="0" y="0"/>
                  </a:moveTo>
                  <a:lnTo>
                    <a:pt x="4002024" y="0"/>
                  </a:lnTo>
                  <a:lnTo>
                    <a:pt x="4649724" y="647700"/>
                  </a:lnTo>
                  <a:lnTo>
                    <a:pt x="4002024" y="1295400"/>
                  </a:lnTo>
                  <a:lnTo>
                    <a:pt x="0" y="1295400"/>
                  </a:lnTo>
                  <a:lnTo>
                    <a:pt x="647700" y="64770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35447" y="1397761"/>
            <a:ext cx="2301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Approaches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Pulling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45080" y="2410841"/>
            <a:ext cx="3623945" cy="880744"/>
            <a:chOff x="2045080" y="2410841"/>
            <a:chExt cx="3623945" cy="880744"/>
          </a:xfrm>
        </p:grpSpPr>
        <p:sp>
          <p:nvSpPr>
            <p:cNvPr id="12" name="object 12"/>
            <p:cNvSpPr/>
            <p:nvPr/>
          </p:nvSpPr>
          <p:spPr>
            <a:xfrm>
              <a:off x="2057780" y="2423541"/>
              <a:ext cx="3598545" cy="855344"/>
            </a:xfrm>
            <a:custGeom>
              <a:avLst/>
              <a:gdLst/>
              <a:ahLst/>
              <a:cxnLst/>
              <a:rect l="l" t="t" r="r" b="b"/>
              <a:pathLst>
                <a:path w="3598545" h="855345">
                  <a:moveTo>
                    <a:pt x="3418204" y="0"/>
                  </a:moveTo>
                  <a:lnTo>
                    <a:pt x="179959" y="0"/>
                  </a:lnTo>
                  <a:lnTo>
                    <a:pt x="123057" y="4353"/>
                  </a:lnTo>
                  <a:lnTo>
                    <a:pt x="73654" y="16479"/>
                  </a:lnTo>
                  <a:lnTo>
                    <a:pt x="34706" y="34975"/>
                  </a:lnTo>
                  <a:lnTo>
                    <a:pt x="9169" y="58440"/>
                  </a:lnTo>
                  <a:lnTo>
                    <a:pt x="0" y="85471"/>
                  </a:lnTo>
                  <a:lnTo>
                    <a:pt x="0" y="769493"/>
                  </a:lnTo>
                  <a:lnTo>
                    <a:pt x="34706" y="819988"/>
                  </a:lnTo>
                  <a:lnTo>
                    <a:pt x="73654" y="838484"/>
                  </a:lnTo>
                  <a:lnTo>
                    <a:pt x="123057" y="850610"/>
                  </a:lnTo>
                  <a:lnTo>
                    <a:pt x="179959" y="854964"/>
                  </a:lnTo>
                  <a:lnTo>
                    <a:pt x="3418204" y="854964"/>
                  </a:lnTo>
                  <a:lnTo>
                    <a:pt x="3475106" y="850610"/>
                  </a:lnTo>
                  <a:lnTo>
                    <a:pt x="3524509" y="838484"/>
                  </a:lnTo>
                  <a:lnTo>
                    <a:pt x="3563457" y="819988"/>
                  </a:lnTo>
                  <a:lnTo>
                    <a:pt x="3598164" y="769493"/>
                  </a:lnTo>
                  <a:lnTo>
                    <a:pt x="3598164" y="85471"/>
                  </a:lnTo>
                  <a:lnTo>
                    <a:pt x="3563457" y="34975"/>
                  </a:lnTo>
                  <a:lnTo>
                    <a:pt x="3524509" y="16479"/>
                  </a:lnTo>
                  <a:lnTo>
                    <a:pt x="3475106" y="4353"/>
                  </a:lnTo>
                  <a:lnTo>
                    <a:pt x="3418204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57780" y="2423541"/>
              <a:ext cx="3598545" cy="855344"/>
            </a:xfrm>
            <a:custGeom>
              <a:avLst/>
              <a:gdLst/>
              <a:ahLst/>
              <a:cxnLst/>
              <a:rect l="l" t="t" r="r" b="b"/>
              <a:pathLst>
                <a:path w="3598545" h="855345">
                  <a:moveTo>
                    <a:pt x="0" y="85471"/>
                  </a:moveTo>
                  <a:lnTo>
                    <a:pt x="34706" y="34975"/>
                  </a:lnTo>
                  <a:lnTo>
                    <a:pt x="73654" y="16479"/>
                  </a:lnTo>
                  <a:lnTo>
                    <a:pt x="123057" y="4353"/>
                  </a:lnTo>
                  <a:lnTo>
                    <a:pt x="179959" y="0"/>
                  </a:lnTo>
                  <a:lnTo>
                    <a:pt x="3418204" y="0"/>
                  </a:lnTo>
                  <a:lnTo>
                    <a:pt x="3475106" y="4353"/>
                  </a:lnTo>
                  <a:lnTo>
                    <a:pt x="3524509" y="16479"/>
                  </a:lnTo>
                  <a:lnTo>
                    <a:pt x="3563457" y="34975"/>
                  </a:lnTo>
                  <a:lnTo>
                    <a:pt x="3598164" y="85471"/>
                  </a:lnTo>
                  <a:lnTo>
                    <a:pt x="3598164" y="769493"/>
                  </a:lnTo>
                  <a:lnTo>
                    <a:pt x="3563457" y="819988"/>
                  </a:lnTo>
                  <a:lnTo>
                    <a:pt x="3524509" y="838484"/>
                  </a:lnTo>
                  <a:lnTo>
                    <a:pt x="3475106" y="850610"/>
                  </a:lnTo>
                  <a:lnTo>
                    <a:pt x="3418204" y="854964"/>
                  </a:lnTo>
                  <a:lnTo>
                    <a:pt x="179959" y="854964"/>
                  </a:lnTo>
                  <a:lnTo>
                    <a:pt x="123057" y="850610"/>
                  </a:lnTo>
                  <a:lnTo>
                    <a:pt x="73654" y="838484"/>
                  </a:lnTo>
                  <a:lnTo>
                    <a:pt x="34706" y="819988"/>
                  </a:lnTo>
                  <a:lnTo>
                    <a:pt x="0" y="769493"/>
                  </a:lnTo>
                  <a:lnTo>
                    <a:pt x="0" y="8547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01085" y="2477261"/>
            <a:ext cx="15113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FFFFFF"/>
                </a:solidFill>
                <a:latin typeface="Comic Sans MS"/>
                <a:cs typeface="Comic Sans MS"/>
              </a:rPr>
              <a:t>Pulling</a:t>
            </a:r>
            <a:endParaRPr sz="400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04745" y="3265804"/>
            <a:ext cx="3263900" cy="1094740"/>
            <a:chOff x="2404745" y="3265804"/>
            <a:chExt cx="3263900" cy="1094740"/>
          </a:xfrm>
        </p:grpSpPr>
        <p:sp>
          <p:nvSpPr>
            <p:cNvPr id="16" name="object 16"/>
            <p:cNvSpPr/>
            <p:nvPr/>
          </p:nvSpPr>
          <p:spPr>
            <a:xfrm>
              <a:off x="2417445" y="3278504"/>
              <a:ext cx="171450" cy="641350"/>
            </a:xfrm>
            <a:custGeom>
              <a:avLst/>
              <a:gdLst/>
              <a:ahLst/>
              <a:cxnLst/>
              <a:rect l="l" t="t" r="r" b="b"/>
              <a:pathLst>
                <a:path w="171450" h="641350">
                  <a:moveTo>
                    <a:pt x="0" y="0"/>
                  </a:moveTo>
                  <a:lnTo>
                    <a:pt x="0" y="641223"/>
                  </a:lnTo>
                  <a:lnTo>
                    <a:pt x="170942" y="641223"/>
                  </a:lnTo>
                </a:path>
              </a:pathLst>
            </a:custGeom>
            <a:ln w="25146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77109" y="3492626"/>
              <a:ext cx="2879090" cy="855344"/>
            </a:xfrm>
            <a:custGeom>
              <a:avLst/>
              <a:gdLst/>
              <a:ahLst/>
              <a:cxnLst/>
              <a:rect l="l" t="t" r="r" b="b"/>
              <a:pathLst>
                <a:path w="2879090" h="855345">
                  <a:moveTo>
                    <a:pt x="2698877" y="0"/>
                  </a:moveTo>
                  <a:lnTo>
                    <a:pt x="179959" y="0"/>
                  </a:lnTo>
                  <a:lnTo>
                    <a:pt x="123057" y="4353"/>
                  </a:lnTo>
                  <a:lnTo>
                    <a:pt x="73654" y="16479"/>
                  </a:lnTo>
                  <a:lnTo>
                    <a:pt x="34706" y="34975"/>
                  </a:lnTo>
                  <a:lnTo>
                    <a:pt x="9169" y="58440"/>
                  </a:lnTo>
                  <a:lnTo>
                    <a:pt x="0" y="85471"/>
                  </a:lnTo>
                  <a:lnTo>
                    <a:pt x="0" y="769493"/>
                  </a:lnTo>
                  <a:lnTo>
                    <a:pt x="34706" y="819988"/>
                  </a:lnTo>
                  <a:lnTo>
                    <a:pt x="73654" y="838484"/>
                  </a:lnTo>
                  <a:lnTo>
                    <a:pt x="123057" y="850610"/>
                  </a:lnTo>
                  <a:lnTo>
                    <a:pt x="179959" y="854964"/>
                  </a:lnTo>
                  <a:lnTo>
                    <a:pt x="2698877" y="854964"/>
                  </a:lnTo>
                  <a:lnTo>
                    <a:pt x="2755778" y="850610"/>
                  </a:lnTo>
                  <a:lnTo>
                    <a:pt x="2805181" y="838484"/>
                  </a:lnTo>
                  <a:lnTo>
                    <a:pt x="2844129" y="819988"/>
                  </a:lnTo>
                  <a:lnTo>
                    <a:pt x="2878836" y="769493"/>
                  </a:lnTo>
                  <a:lnTo>
                    <a:pt x="2878836" y="85471"/>
                  </a:lnTo>
                  <a:lnTo>
                    <a:pt x="2844129" y="34975"/>
                  </a:lnTo>
                  <a:lnTo>
                    <a:pt x="2805181" y="16479"/>
                  </a:lnTo>
                  <a:lnTo>
                    <a:pt x="2755778" y="4353"/>
                  </a:lnTo>
                  <a:lnTo>
                    <a:pt x="269887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77109" y="3492626"/>
              <a:ext cx="2879090" cy="855344"/>
            </a:xfrm>
            <a:custGeom>
              <a:avLst/>
              <a:gdLst/>
              <a:ahLst/>
              <a:cxnLst/>
              <a:rect l="l" t="t" r="r" b="b"/>
              <a:pathLst>
                <a:path w="2879090" h="855345">
                  <a:moveTo>
                    <a:pt x="0" y="85471"/>
                  </a:moveTo>
                  <a:lnTo>
                    <a:pt x="34706" y="34975"/>
                  </a:lnTo>
                  <a:lnTo>
                    <a:pt x="73654" y="16479"/>
                  </a:lnTo>
                  <a:lnTo>
                    <a:pt x="123057" y="4353"/>
                  </a:lnTo>
                  <a:lnTo>
                    <a:pt x="179959" y="0"/>
                  </a:lnTo>
                  <a:lnTo>
                    <a:pt x="2698877" y="0"/>
                  </a:lnTo>
                  <a:lnTo>
                    <a:pt x="2755778" y="4353"/>
                  </a:lnTo>
                  <a:lnTo>
                    <a:pt x="2805181" y="16479"/>
                  </a:lnTo>
                  <a:lnTo>
                    <a:pt x="2844129" y="34975"/>
                  </a:lnTo>
                  <a:lnTo>
                    <a:pt x="2878836" y="85471"/>
                  </a:lnTo>
                  <a:lnTo>
                    <a:pt x="2878836" y="769493"/>
                  </a:lnTo>
                  <a:lnTo>
                    <a:pt x="2844129" y="819988"/>
                  </a:lnTo>
                  <a:lnTo>
                    <a:pt x="2805181" y="838484"/>
                  </a:lnTo>
                  <a:lnTo>
                    <a:pt x="2755778" y="850610"/>
                  </a:lnTo>
                  <a:lnTo>
                    <a:pt x="2698877" y="854964"/>
                  </a:lnTo>
                  <a:lnTo>
                    <a:pt x="179959" y="854964"/>
                  </a:lnTo>
                  <a:lnTo>
                    <a:pt x="123057" y="850610"/>
                  </a:lnTo>
                  <a:lnTo>
                    <a:pt x="73654" y="838484"/>
                  </a:lnTo>
                  <a:lnTo>
                    <a:pt x="34706" y="819988"/>
                  </a:lnTo>
                  <a:lnTo>
                    <a:pt x="0" y="769493"/>
                  </a:lnTo>
                  <a:lnTo>
                    <a:pt x="0" y="85471"/>
                  </a:lnTo>
                  <a:close/>
                </a:path>
              </a:pathLst>
            </a:custGeom>
            <a:ln w="25146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22344" y="3744976"/>
            <a:ext cx="389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Pull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04745" y="3265804"/>
            <a:ext cx="3263900" cy="2164080"/>
            <a:chOff x="2404745" y="3265804"/>
            <a:chExt cx="3263900" cy="2164080"/>
          </a:xfrm>
        </p:grpSpPr>
        <p:sp>
          <p:nvSpPr>
            <p:cNvPr id="21" name="object 21"/>
            <p:cNvSpPr/>
            <p:nvPr/>
          </p:nvSpPr>
          <p:spPr>
            <a:xfrm>
              <a:off x="2417445" y="3278504"/>
              <a:ext cx="171450" cy="1710055"/>
            </a:xfrm>
            <a:custGeom>
              <a:avLst/>
              <a:gdLst/>
              <a:ahLst/>
              <a:cxnLst/>
              <a:rect l="l" t="t" r="r" b="b"/>
              <a:pathLst>
                <a:path w="171450" h="1710054">
                  <a:moveTo>
                    <a:pt x="0" y="0"/>
                  </a:moveTo>
                  <a:lnTo>
                    <a:pt x="0" y="1710055"/>
                  </a:lnTo>
                  <a:lnTo>
                    <a:pt x="170942" y="1710055"/>
                  </a:lnTo>
                </a:path>
              </a:pathLst>
            </a:custGeom>
            <a:ln w="25145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77109" y="4561712"/>
              <a:ext cx="2879090" cy="855344"/>
            </a:xfrm>
            <a:custGeom>
              <a:avLst/>
              <a:gdLst/>
              <a:ahLst/>
              <a:cxnLst/>
              <a:rect l="l" t="t" r="r" b="b"/>
              <a:pathLst>
                <a:path w="2879090" h="855345">
                  <a:moveTo>
                    <a:pt x="2698877" y="0"/>
                  </a:moveTo>
                  <a:lnTo>
                    <a:pt x="179959" y="0"/>
                  </a:lnTo>
                  <a:lnTo>
                    <a:pt x="123057" y="4353"/>
                  </a:lnTo>
                  <a:lnTo>
                    <a:pt x="73654" y="16479"/>
                  </a:lnTo>
                  <a:lnTo>
                    <a:pt x="34706" y="34975"/>
                  </a:lnTo>
                  <a:lnTo>
                    <a:pt x="9169" y="58440"/>
                  </a:lnTo>
                  <a:lnTo>
                    <a:pt x="0" y="85470"/>
                  </a:lnTo>
                  <a:lnTo>
                    <a:pt x="0" y="769492"/>
                  </a:lnTo>
                  <a:lnTo>
                    <a:pt x="34706" y="819988"/>
                  </a:lnTo>
                  <a:lnTo>
                    <a:pt x="73654" y="838484"/>
                  </a:lnTo>
                  <a:lnTo>
                    <a:pt x="123057" y="850610"/>
                  </a:lnTo>
                  <a:lnTo>
                    <a:pt x="179959" y="854963"/>
                  </a:lnTo>
                  <a:lnTo>
                    <a:pt x="2698877" y="854963"/>
                  </a:lnTo>
                  <a:lnTo>
                    <a:pt x="2755778" y="850610"/>
                  </a:lnTo>
                  <a:lnTo>
                    <a:pt x="2805181" y="838484"/>
                  </a:lnTo>
                  <a:lnTo>
                    <a:pt x="2844129" y="819988"/>
                  </a:lnTo>
                  <a:lnTo>
                    <a:pt x="2878836" y="769492"/>
                  </a:lnTo>
                  <a:lnTo>
                    <a:pt x="2878836" y="85470"/>
                  </a:lnTo>
                  <a:lnTo>
                    <a:pt x="2844129" y="34975"/>
                  </a:lnTo>
                  <a:lnTo>
                    <a:pt x="2805181" y="16479"/>
                  </a:lnTo>
                  <a:lnTo>
                    <a:pt x="2755778" y="4353"/>
                  </a:lnTo>
                  <a:lnTo>
                    <a:pt x="269887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77109" y="4561712"/>
              <a:ext cx="2879090" cy="855344"/>
            </a:xfrm>
            <a:custGeom>
              <a:avLst/>
              <a:gdLst/>
              <a:ahLst/>
              <a:cxnLst/>
              <a:rect l="l" t="t" r="r" b="b"/>
              <a:pathLst>
                <a:path w="2879090" h="855345">
                  <a:moveTo>
                    <a:pt x="0" y="85470"/>
                  </a:moveTo>
                  <a:lnTo>
                    <a:pt x="34706" y="34975"/>
                  </a:lnTo>
                  <a:lnTo>
                    <a:pt x="73654" y="16479"/>
                  </a:lnTo>
                  <a:lnTo>
                    <a:pt x="123057" y="4353"/>
                  </a:lnTo>
                  <a:lnTo>
                    <a:pt x="179959" y="0"/>
                  </a:lnTo>
                  <a:lnTo>
                    <a:pt x="2698877" y="0"/>
                  </a:lnTo>
                  <a:lnTo>
                    <a:pt x="2755778" y="4353"/>
                  </a:lnTo>
                  <a:lnTo>
                    <a:pt x="2805181" y="16479"/>
                  </a:lnTo>
                  <a:lnTo>
                    <a:pt x="2844129" y="34975"/>
                  </a:lnTo>
                  <a:lnTo>
                    <a:pt x="2878836" y="85470"/>
                  </a:lnTo>
                  <a:lnTo>
                    <a:pt x="2878836" y="769492"/>
                  </a:lnTo>
                  <a:lnTo>
                    <a:pt x="2844129" y="819988"/>
                  </a:lnTo>
                  <a:lnTo>
                    <a:pt x="2805181" y="838484"/>
                  </a:lnTo>
                  <a:lnTo>
                    <a:pt x="2755778" y="850610"/>
                  </a:lnTo>
                  <a:lnTo>
                    <a:pt x="2698877" y="854963"/>
                  </a:lnTo>
                  <a:lnTo>
                    <a:pt x="179959" y="854963"/>
                  </a:lnTo>
                  <a:lnTo>
                    <a:pt x="123057" y="850610"/>
                  </a:lnTo>
                  <a:lnTo>
                    <a:pt x="73654" y="838484"/>
                  </a:lnTo>
                  <a:lnTo>
                    <a:pt x="34706" y="819988"/>
                  </a:lnTo>
                  <a:lnTo>
                    <a:pt x="0" y="769492"/>
                  </a:lnTo>
                  <a:lnTo>
                    <a:pt x="0" y="85470"/>
                  </a:lnTo>
                  <a:close/>
                </a:path>
              </a:pathLst>
            </a:custGeom>
            <a:ln w="25146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168142" y="4813553"/>
            <a:ext cx="2097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Pull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without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commit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404872" y="3265932"/>
            <a:ext cx="3263900" cy="3232150"/>
            <a:chOff x="2404872" y="3265932"/>
            <a:chExt cx="3263900" cy="3232150"/>
          </a:xfrm>
        </p:grpSpPr>
        <p:sp>
          <p:nvSpPr>
            <p:cNvPr id="26" name="object 26"/>
            <p:cNvSpPr/>
            <p:nvPr/>
          </p:nvSpPr>
          <p:spPr>
            <a:xfrm>
              <a:off x="2417445" y="3278505"/>
              <a:ext cx="171450" cy="2779395"/>
            </a:xfrm>
            <a:custGeom>
              <a:avLst/>
              <a:gdLst/>
              <a:ahLst/>
              <a:cxnLst/>
              <a:rect l="l" t="t" r="r" b="b"/>
              <a:pathLst>
                <a:path w="171450" h="2779395">
                  <a:moveTo>
                    <a:pt x="0" y="0"/>
                  </a:moveTo>
                  <a:lnTo>
                    <a:pt x="0" y="2778810"/>
                  </a:lnTo>
                  <a:lnTo>
                    <a:pt x="170942" y="2778810"/>
                  </a:lnTo>
                </a:path>
              </a:pathLst>
            </a:custGeom>
            <a:ln w="25146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77109" y="5630036"/>
              <a:ext cx="2879090" cy="855344"/>
            </a:xfrm>
            <a:custGeom>
              <a:avLst/>
              <a:gdLst/>
              <a:ahLst/>
              <a:cxnLst/>
              <a:rect l="l" t="t" r="r" b="b"/>
              <a:pathLst>
                <a:path w="2879090" h="855345">
                  <a:moveTo>
                    <a:pt x="2698877" y="0"/>
                  </a:moveTo>
                  <a:lnTo>
                    <a:pt x="179959" y="0"/>
                  </a:lnTo>
                  <a:lnTo>
                    <a:pt x="123057" y="4358"/>
                  </a:lnTo>
                  <a:lnTo>
                    <a:pt x="73654" y="16495"/>
                  </a:lnTo>
                  <a:lnTo>
                    <a:pt x="34706" y="35003"/>
                  </a:lnTo>
                  <a:lnTo>
                    <a:pt x="9169" y="58472"/>
                  </a:lnTo>
                  <a:lnTo>
                    <a:pt x="0" y="85496"/>
                  </a:lnTo>
                  <a:lnTo>
                    <a:pt x="0" y="769467"/>
                  </a:lnTo>
                  <a:lnTo>
                    <a:pt x="34706" y="819960"/>
                  </a:lnTo>
                  <a:lnTo>
                    <a:pt x="73654" y="838468"/>
                  </a:lnTo>
                  <a:lnTo>
                    <a:pt x="123057" y="850605"/>
                  </a:lnTo>
                  <a:lnTo>
                    <a:pt x="179959" y="854963"/>
                  </a:lnTo>
                  <a:lnTo>
                    <a:pt x="2698877" y="854963"/>
                  </a:lnTo>
                  <a:lnTo>
                    <a:pt x="2755778" y="850605"/>
                  </a:lnTo>
                  <a:lnTo>
                    <a:pt x="2805181" y="838468"/>
                  </a:lnTo>
                  <a:lnTo>
                    <a:pt x="2844129" y="819960"/>
                  </a:lnTo>
                  <a:lnTo>
                    <a:pt x="2878836" y="769467"/>
                  </a:lnTo>
                  <a:lnTo>
                    <a:pt x="2878836" y="85496"/>
                  </a:lnTo>
                  <a:lnTo>
                    <a:pt x="2844129" y="35003"/>
                  </a:lnTo>
                  <a:lnTo>
                    <a:pt x="2805181" y="16495"/>
                  </a:lnTo>
                  <a:lnTo>
                    <a:pt x="2755778" y="4358"/>
                  </a:lnTo>
                  <a:lnTo>
                    <a:pt x="269887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77109" y="5630036"/>
              <a:ext cx="2879090" cy="855344"/>
            </a:xfrm>
            <a:custGeom>
              <a:avLst/>
              <a:gdLst/>
              <a:ahLst/>
              <a:cxnLst/>
              <a:rect l="l" t="t" r="r" b="b"/>
              <a:pathLst>
                <a:path w="2879090" h="855345">
                  <a:moveTo>
                    <a:pt x="0" y="85496"/>
                  </a:moveTo>
                  <a:lnTo>
                    <a:pt x="34706" y="35003"/>
                  </a:lnTo>
                  <a:lnTo>
                    <a:pt x="73654" y="16495"/>
                  </a:lnTo>
                  <a:lnTo>
                    <a:pt x="123057" y="4358"/>
                  </a:lnTo>
                  <a:lnTo>
                    <a:pt x="179959" y="0"/>
                  </a:lnTo>
                  <a:lnTo>
                    <a:pt x="2698877" y="0"/>
                  </a:lnTo>
                  <a:lnTo>
                    <a:pt x="2755778" y="4358"/>
                  </a:lnTo>
                  <a:lnTo>
                    <a:pt x="2805181" y="16495"/>
                  </a:lnTo>
                  <a:lnTo>
                    <a:pt x="2844129" y="35003"/>
                  </a:lnTo>
                  <a:lnTo>
                    <a:pt x="2878836" y="85496"/>
                  </a:lnTo>
                  <a:lnTo>
                    <a:pt x="2878836" y="769467"/>
                  </a:lnTo>
                  <a:lnTo>
                    <a:pt x="2844129" y="819960"/>
                  </a:lnTo>
                  <a:lnTo>
                    <a:pt x="2805181" y="838468"/>
                  </a:lnTo>
                  <a:lnTo>
                    <a:pt x="2755778" y="850605"/>
                  </a:lnTo>
                  <a:lnTo>
                    <a:pt x="2698877" y="854963"/>
                  </a:lnTo>
                  <a:lnTo>
                    <a:pt x="179959" y="854963"/>
                  </a:lnTo>
                  <a:lnTo>
                    <a:pt x="123057" y="850605"/>
                  </a:lnTo>
                  <a:lnTo>
                    <a:pt x="73654" y="838468"/>
                  </a:lnTo>
                  <a:lnTo>
                    <a:pt x="34706" y="819960"/>
                  </a:lnTo>
                  <a:lnTo>
                    <a:pt x="0" y="769467"/>
                  </a:lnTo>
                  <a:lnTo>
                    <a:pt x="0" y="85496"/>
                  </a:lnTo>
                  <a:close/>
                </a:path>
              </a:pathLst>
            </a:custGeom>
            <a:ln w="25146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49903" y="5882894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Verbose</a:t>
            </a:r>
            <a:r>
              <a:rPr sz="1800" spc="-8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Pull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59155"/>
            <a:ext cx="18719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183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/>
              <a:t>A</a:t>
            </a:r>
            <a:r>
              <a:rPr spc="-5" dirty="0"/>
              <a:t> remote</a:t>
            </a:r>
            <a:r>
              <a:rPr spc="15" dirty="0"/>
              <a:t> </a:t>
            </a:r>
            <a:r>
              <a:rPr spc="-5" dirty="0"/>
              <a:t>is essentially</a:t>
            </a:r>
            <a:r>
              <a:rPr spc="2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5" dirty="0"/>
              <a:t>connection</a:t>
            </a:r>
            <a:r>
              <a:rPr spc="20" dirty="0"/>
              <a:t> </a:t>
            </a:r>
            <a:r>
              <a:rPr spc="-5" dirty="0"/>
              <a:t>that</a:t>
            </a:r>
            <a:r>
              <a:rPr spc="25" dirty="0"/>
              <a:t> </a:t>
            </a:r>
            <a:r>
              <a:rPr spc="-5" dirty="0"/>
              <a:t>is established</a:t>
            </a:r>
            <a:r>
              <a:rPr spc="25" dirty="0"/>
              <a:t> </a:t>
            </a:r>
            <a:r>
              <a:rPr spc="-5" dirty="0"/>
              <a:t>with</a:t>
            </a:r>
            <a:r>
              <a:rPr spc="1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spc="-5" dirty="0"/>
              <a:t>entity</a:t>
            </a:r>
            <a:r>
              <a:rPr spc="10" dirty="0"/>
              <a:t> </a:t>
            </a:r>
            <a:r>
              <a:rPr dirty="0"/>
              <a:t>on</a:t>
            </a:r>
          </a:p>
          <a:p>
            <a:pPr marL="355600">
              <a:lnSpc>
                <a:spcPts val="1835"/>
              </a:lnSpc>
            </a:pPr>
            <a:r>
              <a:rPr spc="-5" dirty="0"/>
              <a:t>a</a:t>
            </a:r>
            <a:r>
              <a:rPr spc="15" dirty="0"/>
              <a:t> </a:t>
            </a:r>
            <a:r>
              <a:rPr spc="-10" dirty="0"/>
              <a:t>different</a:t>
            </a:r>
            <a:r>
              <a:rPr spc="30" dirty="0"/>
              <a:t> </a:t>
            </a:r>
            <a:r>
              <a:rPr spc="-5" dirty="0"/>
              <a:t>machine.</a:t>
            </a:r>
            <a:r>
              <a:rPr spc="45" dirty="0"/>
              <a:t> </a:t>
            </a:r>
            <a:r>
              <a:rPr spc="-5" dirty="0"/>
              <a:t>It</a:t>
            </a:r>
            <a:r>
              <a:rPr spc="10" dirty="0"/>
              <a:t> </a:t>
            </a:r>
            <a:r>
              <a:rPr spc="-5" dirty="0"/>
              <a:t>carries</a:t>
            </a:r>
            <a:r>
              <a:rPr spc="30" dirty="0"/>
              <a:t> </a:t>
            </a:r>
            <a:r>
              <a:rPr spc="-5" dirty="0"/>
              <a:t>out</a:t>
            </a:r>
            <a:r>
              <a:rPr spc="20" dirty="0"/>
              <a:t> </a:t>
            </a:r>
            <a:r>
              <a:rPr spc="-5" dirty="0"/>
              <a:t>several</a:t>
            </a:r>
            <a:r>
              <a:rPr spc="30" dirty="0"/>
              <a:t> </a:t>
            </a:r>
            <a:r>
              <a:rPr spc="-5" dirty="0"/>
              <a:t>syncing</a:t>
            </a:r>
            <a:r>
              <a:rPr spc="15" dirty="0"/>
              <a:t> </a:t>
            </a:r>
            <a:r>
              <a:rPr spc="-10" dirty="0"/>
              <a:t>responsibilities.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00"/>
          </a:p>
          <a:p>
            <a:pPr marL="355600" marR="48895" indent="-342900">
              <a:lnSpc>
                <a:spcPts val="163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Git</a:t>
            </a:r>
            <a:r>
              <a:rPr spc="5" dirty="0"/>
              <a:t> </a:t>
            </a:r>
            <a:r>
              <a:rPr spc="-5" dirty="0"/>
              <a:t>allows</a:t>
            </a:r>
            <a:r>
              <a:rPr spc="10" dirty="0"/>
              <a:t> </a:t>
            </a:r>
            <a:r>
              <a:rPr spc="-5" dirty="0"/>
              <a:t>users</a:t>
            </a:r>
            <a:r>
              <a:rPr spc="15" dirty="0"/>
              <a:t> </a:t>
            </a:r>
            <a:r>
              <a:rPr spc="-5" dirty="0"/>
              <a:t>to</a:t>
            </a:r>
            <a:r>
              <a:rPr spc="20" dirty="0"/>
              <a:t> </a:t>
            </a:r>
            <a:r>
              <a:rPr spc="-5" dirty="0"/>
              <a:t>share</a:t>
            </a:r>
            <a:r>
              <a:rPr spc="30" dirty="0"/>
              <a:t> </a:t>
            </a:r>
            <a:r>
              <a:rPr spc="-10" dirty="0"/>
              <a:t>branches,</a:t>
            </a:r>
            <a:r>
              <a:rPr spc="45" dirty="0"/>
              <a:t> </a:t>
            </a:r>
            <a:r>
              <a:rPr spc="-10" dirty="0"/>
              <a:t>which</a:t>
            </a:r>
            <a:r>
              <a:rPr spc="30" dirty="0"/>
              <a:t> </a:t>
            </a:r>
            <a:r>
              <a:rPr spc="-5" dirty="0"/>
              <a:t>means</a:t>
            </a:r>
            <a:r>
              <a:rPr spc="25" dirty="0"/>
              <a:t> </a:t>
            </a:r>
            <a:r>
              <a:rPr spc="-5" dirty="0"/>
              <a:t>that</a:t>
            </a:r>
            <a:r>
              <a:rPr spc="20" dirty="0"/>
              <a:t> </a:t>
            </a:r>
            <a:r>
              <a:rPr spc="-5" dirty="0"/>
              <a:t>an</a:t>
            </a:r>
            <a:r>
              <a:rPr spc="15" dirty="0"/>
              <a:t> </a:t>
            </a:r>
            <a:r>
              <a:rPr spc="-5" dirty="0"/>
              <a:t>entire</a:t>
            </a:r>
            <a:r>
              <a:rPr spc="25" dirty="0"/>
              <a:t> </a:t>
            </a:r>
            <a:r>
              <a:rPr spc="-5" dirty="0"/>
              <a:t>series</a:t>
            </a:r>
            <a:r>
              <a:rPr spc="25" dirty="0"/>
              <a:t> </a:t>
            </a:r>
            <a:r>
              <a:rPr spc="-5" dirty="0"/>
              <a:t>of </a:t>
            </a:r>
            <a:r>
              <a:rPr spc="-495" dirty="0"/>
              <a:t> </a:t>
            </a:r>
            <a:r>
              <a:rPr spc="-5" dirty="0"/>
              <a:t>commits</a:t>
            </a:r>
            <a:r>
              <a:rPr spc="25" dirty="0"/>
              <a:t> </a:t>
            </a:r>
            <a:r>
              <a:rPr spc="-5" dirty="0"/>
              <a:t>can</a:t>
            </a:r>
            <a:r>
              <a:rPr spc="15" dirty="0"/>
              <a:t> </a:t>
            </a:r>
            <a:r>
              <a:rPr spc="-5" dirty="0"/>
              <a:t>be</a:t>
            </a:r>
            <a:r>
              <a:rPr spc="20" dirty="0"/>
              <a:t> </a:t>
            </a:r>
            <a:r>
              <a:rPr spc="-5" dirty="0"/>
              <a:t>shared</a:t>
            </a:r>
            <a:r>
              <a:rPr spc="25" dirty="0"/>
              <a:t> </a:t>
            </a:r>
            <a:r>
              <a:rPr spc="-5" dirty="0"/>
              <a:t>and</a:t>
            </a:r>
            <a:r>
              <a:rPr spc="20" dirty="0"/>
              <a:t> </a:t>
            </a:r>
            <a:r>
              <a:rPr spc="-10" dirty="0"/>
              <a:t>user’s</a:t>
            </a:r>
            <a:r>
              <a:rPr spc="15" dirty="0"/>
              <a:t> </a:t>
            </a:r>
            <a:r>
              <a:rPr spc="-5" dirty="0"/>
              <a:t>local</a:t>
            </a:r>
            <a:r>
              <a:rPr spc="20" dirty="0"/>
              <a:t> </a:t>
            </a:r>
            <a:r>
              <a:rPr spc="-5" dirty="0"/>
              <a:t>copy</a:t>
            </a:r>
            <a:r>
              <a:rPr spc="20" dirty="0"/>
              <a:t> </a:t>
            </a:r>
            <a:r>
              <a:rPr spc="-5" dirty="0"/>
              <a:t>of</a:t>
            </a:r>
            <a:r>
              <a:rPr spc="25" dirty="0"/>
              <a:t> </a:t>
            </a:r>
            <a:r>
              <a:rPr spc="-10" dirty="0"/>
              <a:t>the</a:t>
            </a:r>
            <a:r>
              <a:rPr spc="20" dirty="0"/>
              <a:t> </a:t>
            </a:r>
            <a:r>
              <a:rPr spc="-10" dirty="0"/>
              <a:t>repository</a:t>
            </a:r>
            <a:r>
              <a:rPr spc="30" dirty="0"/>
              <a:t> </a:t>
            </a:r>
            <a:r>
              <a:rPr spc="-5" dirty="0"/>
              <a:t>can</a:t>
            </a:r>
            <a:r>
              <a:rPr spc="20" dirty="0"/>
              <a:t> </a:t>
            </a:r>
            <a:r>
              <a:rPr spc="-10" dirty="0"/>
              <a:t>be</a:t>
            </a:r>
          </a:p>
          <a:p>
            <a:pPr marL="355600">
              <a:lnSpc>
                <a:spcPts val="1650"/>
              </a:lnSpc>
            </a:pPr>
            <a:r>
              <a:rPr spc="-5" dirty="0"/>
              <a:t>synced</a:t>
            </a:r>
            <a:r>
              <a:rPr spc="15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spc="-5" dirty="0"/>
              <a:t>project’s</a:t>
            </a:r>
            <a:r>
              <a:rPr spc="30" dirty="0"/>
              <a:t> </a:t>
            </a:r>
            <a:r>
              <a:rPr spc="-5" dirty="0"/>
              <a:t>main</a:t>
            </a:r>
            <a:r>
              <a:rPr spc="15" dirty="0"/>
              <a:t> </a:t>
            </a:r>
            <a:r>
              <a:rPr spc="-10" dirty="0"/>
              <a:t>repository.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/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Synchronization</a:t>
            </a:r>
            <a:r>
              <a:rPr spc="25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achieved</a:t>
            </a:r>
            <a:r>
              <a:rPr spc="25" dirty="0"/>
              <a:t> </a:t>
            </a:r>
            <a:r>
              <a:rPr spc="-5" dirty="0"/>
              <a:t>in</a:t>
            </a:r>
            <a:r>
              <a:rPr spc="10" dirty="0"/>
              <a:t> </a:t>
            </a:r>
            <a:r>
              <a:rPr spc="-5" dirty="0"/>
              <a:t>Git</a:t>
            </a:r>
            <a:r>
              <a:rPr dirty="0"/>
              <a:t> </a:t>
            </a:r>
            <a:r>
              <a:rPr spc="-5" dirty="0"/>
              <a:t>via</a:t>
            </a:r>
            <a:r>
              <a:rPr spc="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5" dirty="0"/>
              <a:t>connections.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2000"/>
          </a:p>
          <a:p>
            <a:pPr marL="355600" indent="-342900">
              <a:lnSpc>
                <a:spcPts val="183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Fetching</a:t>
            </a:r>
            <a:r>
              <a:rPr spc="30" dirty="0"/>
              <a:t> </a:t>
            </a:r>
            <a:r>
              <a:rPr spc="-5" dirty="0"/>
              <a:t>pulls</a:t>
            </a:r>
            <a:r>
              <a:rPr spc="15" dirty="0"/>
              <a:t> </a:t>
            </a:r>
            <a:r>
              <a:rPr spc="-5" dirty="0"/>
              <a:t>all</a:t>
            </a:r>
            <a:r>
              <a:rPr spc="10" dirty="0"/>
              <a:t> </a:t>
            </a:r>
            <a:r>
              <a:rPr spc="-5" dirty="0"/>
              <a:t>the</a:t>
            </a:r>
            <a:r>
              <a:rPr spc="25" dirty="0"/>
              <a:t> </a:t>
            </a:r>
            <a:r>
              <a:rPr spc="-5" dirty="0"/>
              <a:t>data</a:t>
            </a:r>
            <a:r>
              <a:rPr spc="20" dirty="0"/>
              <a:t> </a:t>
            </a:r>
            <a:r>
              <a:rPr spc="-5" dirty="0"/>
              <a:t>from</a:t>
            </a:r>
            <a:r>
              <a:rPr spc="10" dirty="0"/>
              <a:t> </a:t>
            </a:r>
            <a:r>
              <a:rPr spc="-10" dirty="0"/>
              <a:t>the</a:t>
            </a:r>
            <a:r>
              <a:rPr spc="25" dirty="0"/>
              <a:t> </a:t>
            </a:r>
            <a:r>
              <a:rPr spc="-5" dirty="0"/>
              <a:t>specified</a:t>
            </a:r>
            <a:r>
              <a:rPr spc="30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5" dirty="0"/>
              <a:t>project</a:t>
            </a:r>
            <a:r>
              <a:rPr spc="25" dirty="0"/>
              <a:t> </a:t>
            </a:r>
            <a:r>
              <a:rPr spc="-10" dirty="0"/>
              <a:t>which</a:t>
            </a:r>
            <a:r>
              <a:rPr spc="15" dirty="0"/>
              <a:t> </a:t>
            </a:r>
            <a:r>
              <a:rPr spc="-5" dirty="0"/>
              <a:t>are</a:t>
            </a:r>
          </a:p>
          <a:p>
            <a:pPr marL="355600">
              <a:lnSpc>
                <a:spcPts val="1835"/>
              </a:lnSpc>
            </a:pPr>
            <a:r>
              <a:rPr spc="-5" dirty="0"/>
              <a:t>not</a:t>
            </a:r>
            <a:r>
              <a:rPr spc="-10" dirty="0"/>
              <a:t> </a:t>
            </a:r>
            <a:r>
              <a:rPr dirty="0"/>
              <a:t>available</a:t>
            </a:r>
            <a:r>
              <a:rPr spc="-5" dirty="0"/>
              <a:t> with</a:t>
            </a:r>
            <a:r>
              <a:rPr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user</a:t>
            </a:r>
            <a:r>
              <a:rPr spc="-10" dirty="0"/>
              <a:t> </a:t>
            </a:r>
            <a:r>
              <a:rPr spc="-5" dirty="0"/>
              <a:t>yet.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/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Pulling</a:t>
            </a:r>
            <a:r>
              <a:rPr spc="25" dirty="0"/>
              <a:t> </a:t>
            </a:r>
            <a:r>
              <a:rPr spc="-10" dirty="0"/>
              <a:t>facilitates</a:t>
            </a:r>
            <a:r>
              <a:rPr spc="35" dirty="0"/>
              <a:t> </a:t>
            </a:r>
            <a:r>
              <a:rPr spc="-5" dirty="0"/>
              <a:t>collaboration</a:t>
            </a:r>
            <a:r>
              <a:rPr spc="55" dirty="0"/>
              <a:t> </a:t>
            </a:r>
            <a:r>
              <a:rPr spc="-10" dirty="0"/>
              <a:t>between</a:t>
            </a:r>
            <a:r>
              <a:rPr spc="45" dirty="0"/>
              <a:t> </a:t>
            </a:r>
            <a:r>
              <a:rPr spc="-10" dirty="0"/>
              <a:t>various</a:t>
            </a:r>
            <a:r>
              <a:rPr spc="30" dirty="0"/>
              <a:t> </a:t>
            </a:r>
            <a:r>
              <a:rPr spc="-10" dirty="0"/>
              <a:t>developers.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300"/>
          </a:p>
          <a:p>
            <a:pPr marL="355600" marR="102235" indent="-342900">
              <a:lnSpc>
                <a:spcPct val="8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10" dirty="0"/>
              <a:t>Remotes</a:t>
            </a:r>
            <a:r>
              <a:rPr spc="30" dirty="0"/>
              <a:t> </a:t>
            </a:r>
            <a:r>
              <a:rPr spc="-5" dirty="0"/>
              <a:t>can</a:t>
            </a:r>
            <a:r>
              <a:rPr spc="20" dirty="0"/>
              <a:t> </a:t>
            </a:r>
            <a:r>
              <a:rPr spc="-5" dirty="0"/>
              <a:t>be</a:t>
            </a:r>
            <a:r>
              <a:rPr spc="20" dirty="0"/>
              <a:t> </a:t>
            </a:r>
            <a:r>
              <a:rPr spc="-10" dirty="0"/>
              <a:t>inspected</a:t>
            </a:r>
            <a:r>
              <a:rPr spc="40" dirty="0"/>
              <a:t> </a:t>
            </a:r>
            <a:r>
              <a:rPr spc="-5" dirty="0"/>
              <a:t>or</a:t>
            </a:r>
            <a:r>
              <a:rPr spc="15" dirty="0"/>
              <a:t> </a:t>
            </a:r>
            <a:r>
              <a:rPr spc="-5" dirty="0"/>
              <a:t>renamed</a:t>
            </a:r>
            <a:r>
              <a:rPr spc="40" dirty="0"/>
              <a:t> </a:t>
            </a:r>
            <a:r>
              <a:rPr spc="-5" dirty="0"/>
              <a:t>as</a:t>
            </a:r>
            <a:r>
              <a:rPr spc="15" dirty="0"/>
              <a:t> </a:t>
            </a:r>
            <a:r>
              <a:rPr spc="-5" dirty="0"/>
              <a:t>per</a:t>
            </a:r>
            <a:r>
              <a:rPr spc="20" dirty="0"/>
              <a:t> </a:t>
            </a:r>
            <a:r>
              <a:rPr spc="-10" dirty="0"/>
              <a:t>requirements</a:t>
            </a:r>
            <a:r>
              <a:rPr spc="35" dirty="0"/>
              <a:t> </a:t>
            </a:r>
            <a:r>
              <a:rPr spc="-5" dirty="0"/>
              <a:t>and</a:t>
            </a:r>
            <a:r>
              <a:rPr spc="25" dirty="0"/>
              <a:t> </a:t>
            </a:r>
            <a:r>
              <a:rPr spc="-10" dirty="0"/>
              <a:t>removed </a:t>
            </a:r>
            <a:r>
              <a:rPr spc="-495" dirty="0"/>
              <a:t> </a:t>
            </a:r>
            <a:r>
              <a:rPr spc="-5" dirty="0"/>
              <a:t>when</a:t>
            </a:r>
            <a:r>
              <a:rPr spc="10" dirty="0"/>
              <a:t> </a:t>
            </a:r>
            <a:r>
              <a:rPr spc="-5" dirty="0"/>
              <a:t>not</a:t>
            </a:r>
            <a:r>
              <a:rPr spc="10" dirty="0"/>
              <a:t> </a:t>
            </a:r>
            <a:r>
              <a:rPr spc="-10" dirty="0"/>
              <a:t>required</a:t>
            </a:r>
            <a:r>
              <a:rPr spc="20" dirty="0"/>
              <a:t> </a:t>
            </a:r>
            <a:r>
              <a:rPr spc="-5" dirty="0"/>
              <a:t>any</a:t>
            </a:r>
            <a:r>
              <a:rPr spc="10" dirty="0"/>
              <a:t> </a:t>
            </a:r>
            <a:r>
              <a:rPr spc="-10" dirty="0"/>
              <a:t>further.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325</Words>
  <Application>Microsoft Office PowerPoint</Application>
  <PresentationFormat>On-screen Show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 MT</vt:lpstr>
      <vt:lpstr>Calibri</vt:lpstr>
      <vt:lpstr>Comic Sans MS</vt:lpstr>
      <vt:lpstr>Franklin Gothic Medium</vt:lpstr>
      <vt:lpstr>Wingdings</vt:lpstr>
      <vt:lpstr>Office Theme</vt:lpstr>
      <vt:lpstr>PowerPoint Presentation</vt:lpstr>
      <vt:lpstr>OBJECTIVES</vt:lpstr>
      <vt:lpstr>REMOTE BRANCHES IN GIT 1-2</vt:lpstr>
      <vt:lpstr>REMOTE BRANCHES IN GIT 2-2</vt:lpstr>
      <vt:lpstr>PULLING IN GIT 1-2</vt:lpstr>
      <vt:lpstr>PULLING IN GIT 2-2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Fariha Shafiq</cp:lastModifiedBy>
  <cp:revision>1</cp:revision>
  <dcterms:created xsi:type="dcterms:W3CDTF">2023-08-18T04:00:02Z</dcterms:created>
  <dcterms:modified xsi:type="dcterms:W3CDTF">2025-10-21T09:06:55Z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2023-08-18T00:00:00Z</vt:filetime>
  </property>
</Properties>
</file>