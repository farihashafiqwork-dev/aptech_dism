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V  </a:t>
            </a:r>
            <a:r>
              <a:rPr spc="-100" dirty="0"/>
              <a:t> </a:t>
            </a:r>
            <a:r>
              <a:rPr spc="-5" dirty="0"/>
              <a:t>1</a:t>
            </a:r>
            <a:r>
              <a:rPr spc="-45" dirty="0"/>
              <a:t> </a:t>
            </a:r>
            <a:r>
              <a:rPr spc="5" dirty="0"/>
              <a:t>.</a:t>
            </a:r>
            <a:r>
              <a:rPr spc="-45" dirty="0"/>
              <a:t> </a:t>
            </a:r>
            <a:r>
              <a:rPr spc="-5" dirty="0"/>
              <a:t>0</a:t>
            </a:r>
            <a:r>
              <a:rPr dirty="0"/>
              <a:t>  </a:t>
            </a:r>
            <a:r>
              <a:rPr spc="-114" dirty="0"/>
              <a:t> </a:t>
            </a:r>
            <a:r>
              <a:rPr spc="-5" dirty="0"/>
              <a:t>©</a:t>
            </a:r>
            <a:r>
              <a:rPr dirty="0"/>
              <a:t>  </a:t>
            </a:r>
            <a:r>
              <a:rPr spc="-95" dirty="0"/>
              <a:t> </a:t>
            </a:r>
            <a:r>
              <a:rPr spc="-70" dirty="0"/>
              <a:t>A</a:t>
            </a:r>
            <a:r>
              <a:rPr spc="-55" dirty="0"/>
              <a:t> </a:t>
            </a:r>
            <a:r>
              <a:rPr spc="-45" dirty="0"/>
              <a:t>P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5" dirty="0"/>
              <a:t>C</a:t>
            </a:r>
            <a:r>
              <a:rPr spc="-50" dirty="0"/>
              <a:t> </a:t>
            </a:r>
            <a:r>
              <a:rPr spc="-5" dirty="0"/>
              <a:t>H</a:t>
            </a:r>
            <a:r>
              <a:rPr dirty="0"/>
              <a:t>  </a:t>
            </a:r>
            <a:r>
              <a:rPr spc="-85" dirty="0"/>
              <a:t> </a:t>
            </a:r>
            <a:r>
              <a:rPr spc="-15" dirty="0"/>
              <a:t>L</a:t>
            </a:r>
            <a:r>
              <a:rPr spc="-45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spc="5" dirty="0"/>
              <a:t>M</a:t>
            </a:r>
            <a:r>
              <a:rPr spc="-50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15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V  </a:t>
            </a:r>
            <a:r>
              <a:rPr spc="-100" dirty="0"/>
              <a:t> </a:t>
            </a:r>
            <a:r>
              <a:rPr spc="-5" dirty="0"/>
              <a:t>1</a:t>
            </a:r>
            <a:r>
              <a:rPr spc="-45" dirty="0"/>
              <a:t> </a:t>
            </a:r>
            <a:r>
              <a:rPr spc="5" dirty="0"/>
              <a:t>.</a:t>
            </a:r>
            <a:r>
              <a:rPr spc="-45" dirty="0"/>
              <a:t> </a:t>
            </a:r>
            <a:r>
              <a:rPr spc="-5" dirty="0"/>
              <a:t>0</a:t>
            </a:r>
            <a:r>
              <a:rPr dirty="0"/>
              <a:t>  </a:t>
            </a:r>
            <a:r>
              <a:rPr spc="-114" dirty="0"/>
              <a:t> </a:t>
            </a:r>
            <a:r>
              <a:rPr spc="-5" dirty="0"/>
              <a:t>©</a:t>
            </a:r>
            <a:r>
              <a:rPr dirty="0"/>
              <a:t>  </a:t>
            </a:r>
            <a:r>
              <a:rPr spc="-95" dirty="0"/>
              <a:t> </a:t>
            </a:r>
            <a:r>
              <a:rPr spc="-70" dirty="0"/>
              <a:t>A</a:t>
            </a:r>
            <a:r>
              <a:rPr spc="-55" dirty="0"/>
              <a:t> </a:t>
            </a:r>
            <a:r>
              <a:rPr spc="-45" dirty="0"/>
              <a:t>P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5" dirty="0"/>
              <a:t>C</a:t>
            </a:r>
            <a:r>
              <a:rPr spc="-50" dirty="0"/>
              <a:t> </a:t>
            </a:r>
            <a:r>
              <a:rPr spc="-5" dirty="0"/>
              <a:t>H</a:t>
            </a:r>
            <a:r>
              <a:rPr dirty="0"/>
              <a:t>  </a:t>
            </a:r>
            <a:r>
              <a:rPr spc="-85" dirty="0"/>
              <a:t> </a:t>
            </a:r>
            <a:r>
              <a:rPr spc="-15" dirty="0"/>
              <a:t>L</a:t>
            </a:r>
            <a:r>
              <a:rPr spc="-45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spc="5" dirty="0"/>
              <a:t>M</a:t>
            </a:r>
            <a:r>
              <a:rPr spc="-50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15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V  </a:t>
            </a:r>
            <a:r>
              <a:rPr spc="-100" dirty="0"/>
              <a:t> </a:t>
            </a:r>
            <a:r>
              <a:rPr spc="-5" dirty="0"/>
              <a:t>1</a:t>
            </a:r>
            <a:r>
              <a:rPr spc="-45" dirty="0"/>
              <a:t> </a:t>
            </a:r>
            <a:r>
              <a:rPr spc="5" dirty="0"/>
              <a:t>.</a:t>
            </a:r>
            <a:r>
              <a:rPr spc="-45" dirty="0"/>
              <a:t> </a:t>
            </a:r>
            <a:r>
              <a:rPr spc="-5" dirty="0"/>
              <a:t>0</a:t>
            </a:r>
            <a:r>
              <a:rPr dirty="0"/>
              <a:t>  </a:t>
            </a:r>
            <a:r>
              <a:rPr spc="-114" dirty="0"/>
              <a:t> </a:t>
            </a:r>
            <a:r>
              <a:rPr spc="-5" dirty="0"/>
              <a:t>©</a:t>
            </a:r>
            <a:r>
              <a:rPr dirty="0"/>
              <a:t>  </a:t>
            </a:r>
            <a:r>
              <a:rPr spc="-95" dirty="0"/>
              <a:t> </a:t>
            </a:r>
            <a:r>
              <a:rPr spc="-70" dirty="0"/>
              <a:t>A</a:t>
            </a:r>
            <a:r>
              <a:rPr spc="-55" dirty="0"/>
              <a:t> </a:t>
            </a:r>
            <a:r>
              <a:rPr spc="-45" dirty="0"/>
              <a:t>P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5" dirty="0"/>
              <a:t>C</a:t>
            </a:r>
            <a:r>
              <a:rPr spc="-50" dirty="0"/>
              <a:t> </a:t>
            </a:r>
            <a:r>
              <a:rPr spc="-5" dirty="0"/>
              <a:t>H</a:t>
            </a:r>
            <a:r>
              <a:rPr dirty="0"/>
              <a:t>  </a:t>
            </a:r>
            <a:r>
              <a:rPr spc="-85" dirty="0"/>
              <a:t> </a:t>
            </a:r>
            <a:r>
              <a:rPr spc="-15" dirty="0"/>
              <a:t>L</a:t>
            </a:r>
            <a:r>
              <a:rPr spc="-45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spc="5" dirty="0"/>
              <a:t>M</a:t>
            </a:r>
            <a:r>
              <a:rPr spc="-50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15" dirty="0"/>
              <a:t>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V  </a:t>
            </a:r>
            <a:r>
              <a:rPr spc="-100" dirty="0"/>
              <a:t> </a:t>
            </a:r>
            <a:r>
              <a:rPr spc="-5" dirty="0"/>
              <a:t>1</a:t>
            </a:r>
            <a:r>
              <a:rPr spc="-45" dirty="0"/>
              <a:t> </a:t>
            </a:r>
            <a:r>
              <a:rPr spc="5" dirty="0"/>
              <a:t>.</a:t>
            </a:r>
            <a:r>
              <a:rPr spc="-45" dirty="0"/>
              <a:t> </a:t>
            </a:r>
            <a:r>
              <a:rPr spc="-5" dirty="0"/>
              <a:t>0</a:t>
            </a:r>
            <a:r>
              <a:rPr dirty="0"/>
              <a:t>  </a:t>
            </a:r>
            <a:r>
              <a:rPr spc="-114" dirty="0"/>
              <a:t> </a:t>
            </a:r>
            <a:r>
              <a:rPr spc="-5" dirty="0"/>
              <a:t>©</a:t>
            </a:r>
            <a:r>
              <a:rPr dirty="0"/>
              <a:t>  </a:t>
            </a:r>
            <a:r>
              <a:rPr spc="-95" dirty="0"/>
              <a:t> </a:t>
            </a:r>
            <a:r>
              <a:rPr spc="-70" dirty="0"/>
              <a:t>A</a:t>
            </a:r>
            <a:r>
              <a:rPr spc="-55" dirty="0"/>
              <a:t> </a:t>
            </a:r>
            <a:r>
              <a:rPr spc="-45" dirty="0"/>
              <a:t>P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5" dirty="0"/>
              <a:t>C</a:t>
            </a:r>
            <a:r>
              <a:rPr spc="-50" dirty="0"/>
              <a:t> </a:t>
            </a:r>
            <a:r>
              <a:rPr spc="-5" dirty="0"/>
              <a:t>H</a:t>
            </a:r>
            <a:r>
              <a:rPr dirty="0"/>
              <a:t>  </a:t>
            </a:r>
            <a:r>
              <a:rPr spc="-85" dirty="0"/>
              <a:t> </a:t>
            </a:r>
            <a:r>
              <a:rPr spc="-15" dirty="0"/>
              <a:t>L</a:t>
            </a:r>
            <a:r>
              <a:rPr spc="-45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spc="5" dirty="0"/>
              <a:t>M</a:t>
            </a:r>
            <a:r>
              <a:rPr spc="-50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15" dirty="0"/>
              <a:t>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629398"/>
            <a:ext cx="9144000" cy="228600"/>
          </a:xfrm>
          <a:custGeom>
            <a:avLst/>
            <a:gdLst/>
            <a:ahLst/>
            <a:cxnLst/>
            <a:rect l="l" t="t" r="r" b="b"/>
            <a:pathLst>
              <a:path w="9144000" h="228600">
                <a:moveTo>
                  <a:pt x="2038223" y="0"/>
                </a:moveTo>
                <a:lnTo>
                  <a:pt x="0" y="228258"/>
                </a:lnTo>
                <a:lnTo>
                  <a:pt x="0" y="228599"/>
                </a:lnTo>
                <a:lnTo>
                  <a:pt x="9144000" y="228599"/>
                </a:lnTo>
                <a:lnTo>
                  <a:pt x="9144000" y="114"/>
                </a:lnTo>
                <a:lnTo>
                  <a:pt x="2038223" y="0"/>
                </a:lnTo>
                <a:close/>
              </a:path>
            </a:pathLst>
          </a:custGeom>
          <a:solidFill>
            <a:srgbClr val="A18E6A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2648711"/>
            <a:ext cx="3572510" cy="4209415"/>
          </a:xfrm>
          <a:custGeom>
            <a:avLst/>
            <a:gdLst/>
            <a:ahLst/>
            <a:cxnLst/>
            <a:rect l="l" t="t" r="r" b="b"/>
            <a:pathLst>
              <a:path w="3572510" h="4209415">
                <a:moveTo>
                  <a:pt x="0" y="-1"/>
                </a:moveTo>
                <a:lnTo>
                  <a:pt x="0" y="4209286"/>
                </a:lnTo>
                <a:lnTo>
                  <a:pt x="3572255" y="4209286"/>
                </a:lnTo>
                <a:lnTo>
                  <a:pt x="0" y="-1"/>
                </a:lnTo>
                <a:close/>
              </a:path>
            </a:pathLst>
          </a:custGeom>
          <a:solidFill>
            <a:srgbClr val="9B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9144000" cy="6819900"/>
          </a:xfrm>
          <a:custGeom>
            <a:avLst/>
            <a:gdLst/>
            <a:ahLst/>
            <a:cxnLst/>
            <a:rect l="l" t="t" r="r" b="b"/>
            <a:pathLst>
              <a:path w="9144000" h="6819900">
                <a:moveTo>
                  <a:pt x="9144000" y="0"/>
                </a:moveTo>
                <a:lnTo>
                  <a:pt x="7690992" y="0"/>
                </a:lnTo>
                <a:lnTo>
                  <a:pt x="0" y="6817197"/>
                </a:lnTo>
                <a:lnTo>
                  <a:pt x="0" y="6819898"/>
                </a:lnTo>
                <a:lnTo>
                  <a:pt x="9144000" y="6819898"/>
                </a:lnTo>
                <a:lnTo>
                  <a:pt x="9144000" y="0"/>
                </a:lnTo>
                <a:close/>
              </a:path>
            </a:pathLst>
          </a:custGeom>
          <a:solidFill>
            <a:srgbClr val="A18E6A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1492" y="2899146"/>
            <a:ext cx="3199891" cy="2413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V  </a:t>
            </a:r>
            <a:r>
              <a:rPr spc="-100" dirty="0"/>
              <a:t> </a:t>
            </a:r>
            <a:r>
              <a:rPr spc="-5" dirty="0"/>
              <a:t>1</a:t>
            </a:r>
            <a:r>
              <a:rPr spc="-45" dirty="0"/>
              <a:t> </a:t>
            </a:r>
            <a:r>
              <a:rPr spc="5" dirty="0"/>
              <a:t>.</a:t>
            </a:r>
            <a:r>
              <a:rPr spc="-45" dirty="0"/>
              <a:t> </a:t>
            </a:r>
            <a:r>
              <a:rPr spc="-5" dirty="0"/>
              <a:t>0</a:t>
            </a:r>
            <a:r>
              <a:rPr dirty="0"/>
              <a:t>  </a:t>
            </a:r>
            <a:r>
              <a:rPr spc="-114" dirty="0"/>
              <a:t> </a:t>
            </a:r>
            <a:r>
              <a:rPr spc="-5" dirty="0"/>
              <a:t>©</a:t>
            </a:r>
            <a:r>
              <a:rPr dirty="0"/>
              <a:t>  </a:t>
            </a:r>
            <a:r>
              <a:rPr spc="-95" dirty="0"/>
              <a:t> </a:t>
            </a:r>
            <a:r>
              <a:rPr spc="-70" dirty="0"/>
              <a:t>A</a:t>
            </a:r>
            <a:r>
              <a:rPr spc="-55" dirty="0"/>
              <a:t> </a:t>
            </a:r>
            <a:r>
              <a:rPr spc="-45" dirty="0"/>
              <a:t>P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5" dirty="0"/>
              <a:t>C</a:t>
            </a:r>
            <a:r>
              <a:rPr spc="-50" dirty="0"/>
              <a:t> </a:t>
            </a:r>
            <a:r>
              <a:rPr spc="-5" dirty="0"/>
              <a:t>H</a:t>
            </a:r>
            <a:r>
              <a:rPr dirty="0"/>
              <a:t>  </a:t>
            </a:r>
            <a:r>
              <a:rPr spc="-85" dirty="0"/>
              <a:t> </a:t>
            </a:r>
            <a:r>
              <a:rPr spc="-15" dirty="0"/>
              <a:t>L</a:t>
            </a:r>
            <a:r>
              <a:rPr spc="-45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spc="5" dirty="0"/>
              <a:t>M</a:t>
            </a:r>
            <a:r>
              <a:rPr spc="-50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15" dirty="0"/>
              <a:t>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629398"/>
            <a:ext cx="9144000" cy="228600"/>
          </a:xfrm>
          <a:custGeom>
            <a:avLst/>
            <a:gdLst/>
            <a:ahLst/>
            <a:cxnLst/>
            <a:rect l="l" t="t" r="r" b="b"/>
            <a:pathLst>
              <a:path w="9144000" h="228600">
                <a:moveTo>
                  <a:pt x="2038223" y="0"/>
                </a:moveTo>
                <a:lnTo>
                  <a:pt x="0" y="228258"/>
                </a:lnTo>
                <a:lnTo>
                  <a:pt x="0" y="228599"/>
                </a:lnTo>
                <a:lnTo>
                  <a:pt x="9144000" y="228599"/>
                </a:lnTo>
                <a:lnTo>
                  <a:pt x="9144000" y="114"/>
                </a:lnTo>
                <a:lnTo>
                  <a:pt x="2038223" y="0"/>
                </a:lnTo>
                <a:close/>
              </a:path>
            </a:pathLst>
          </a:custGeom>
          <a:solidFill>
            <a:srgbClr val="A18E6A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5105" y="166827"/>
            <a:ext cx="8933789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69644" y="1061485"/>
            <a:ext cx="6017895" cy="2216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21729" y="6660180"/>
            <a:ext cx="1900554" cy="1689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V  </a:t>
            </a:r>
            <a:r>
              <a:rPr spc="-100" dirty="0"/>
              <a:t> </a:t>
            </a:r>
            <a:r>
              <a:rPr spc="-5" dirty="0"/>
              <a:t>1</a:t>
            </a:r>
            <a:r>
              <a:rPr spc="-45" dirty="0"/>
              <a:t> </a:t>
            </a:r>
            <a:r>
              <a:rPr spc="5" dirty="0"/>
              <a:t>.</a:t>
            </a:r>
            <a:r>
              <a:rPr spc="-45" dirty="0"/>
              <a:t> </a:t>
            </a:r>
            <a:r>
              <a:rPr spc="-5" dirty="0"/>
              <a:t>0</a:t>
            </a:r>
            <a:r>
              <a:rPr dirty="0"/>
              <a:t>  </a:t>
            </a:r>
            <a:r>
              <a:rPr spc="-114" dirty="0"/>
              <a:t> </a:t>
            </a:r>
            <a:r>
              <a:rPr spc="-5" dirty="0"/>
              <a:t>©</a:t>
            </a:r>
            <a:r>
              <a:rPr dirty="0"/>
              <a:t>  </a:t>
            </a:r>
            <a:r>
              <a:rPr spc="-95" dirty="0"/>
              <a:t> </a:t>
            </a:r>
            <a:r>
              <a:rPr spc="-70" dirty="0"/>
              <a:t>A</a:t>
            </a:r>
            <a:r>
              <a:rPr spc="-55" dirty="0"/>
              <a:t> </a:t>
            </a:r>
            <a:r>
              <a:rPr spc="-45" dirty="0"/>
              <a:t>P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5" dirty="0"/>
              <a:t>C</a:t>
            </a:r>
            <a:r>
              <a:rPr spc="-50" dirty="0"/>
              <a:t> </a:t>
            </a:r>
            <a:r>
              <a:rPr spc="-5" dirty="0"/>
              <a:t>H</a:t>
            </a:r>
            <a:r>
              <a:rPr dirty="0"/>
              <a:t>  </a:t>
            </a:r>
            <a:r>
              <a:rPr spc="-85" dirty="0"/>
              <a:t> </a:t>
            </a:r>
            <a:r>
              <a:rPr spc="-15" dirty="0"/>
              <a:t>L</a:t>
            </a:r>
            <a:r>
              <a:rPr spc="-45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spc="5" dirty="0"/>
              <a:t>M</a:t>
            </a:r>
            <a:r>
              <a:rPr spc="-50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15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94368" y="6601646"/>
            <a:ext cx="200025" cy="264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V  </a:t>
            </a:r>
            <a:r>
              <a:rPr spc="-100" dirty="0"/>
              <a:t> </a:t>
            </a:r>
            <a:r>
              <a:rPr spc="-5" dirty="0"/>
              <a:t>1</a:t>
            </a:r>
            <a:r>
              <a:rPr spc="-45" dirty="0"/>
              <a:t> </a:t>
            </a:r>
            <a:r>
              <a:rPr spc="5" dirty="0"/>
              <a:t>.</a:t>
            </a:r>
            <a:r>
              <a:rPr spc="-45" dirty="0"/>
              <a:t> </a:t>
            </a:r>
            <a:r>
              <a:rPr spc="-5" dirty="0"/>
              <a:t>0</a:t>
            </a:r>
            <a:r>
              <a:rPr dirty="0"/>
              <a:t>  </a:t>
            </a:r>
            <a:r>
              <a:rPr spc="-114" dirty="0"/>
              <a:t> </a:t>
            </a:r>
            <a:r>
              <a:rPr spc="-5" dirty="0"/>
              <a:t>©</a:t>
            </a:r>
            <a:r>
              <a:rPr dirty="0"/>
              <a:t>  </a:t>
            </a:r>
            <a:r>
              <a:rPr spc="-95" dirty="0"/>
              <a:t> </a:t>
            </a:r>
            <a:r>
              <a:rPr spc="-70" dirty="0"/>
              <a:t>A</a:t>
            </a:r>
            <a:r>
              <a:rPr spc="-55" dirty="0"/>
              <a:t> </a:t>
            </a:r>
            <a:r>
              <a:rPr spc="-45" dirty="0"/>
              <a:t>P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5" dirty="0"/>
              <a:t>C</a:t>
            </a:r>
            <a:r>
              <a:rPr spc="-50" dirty="0"/>
              <a:t> </a:t>
            </a:r>
            <a:r>
              <a:rPr spc="-5" dirty="0"/>
              <a:t>H</a:t>
            </a:r>
            <a:r>
              <a:rPr dirty="0"/>
              <a:t>  </a:t>
            </a:r>
            <a:r>
              <a:rPr spc="-85" dirty="0"/>
              <a:t> </a:t>
            </a:r>
            <a:r>
              <a:rPr spc="-15" dirty="0"/>
              <a:t>L</a:t>
            </a:r>
            <a:r>
              <a:rPr spc="-45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spc="5" dirty="0"/>
              <a:t>M</a:t>
            </a:r>
            <a:r>
              <a:rPr spc="-50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15" dirty="0"/>
              <a:t>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395986"/>
            <a:ext cx="2337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V  </a:t>
            </a:r>
            <a:r>
              <a:rPr spc="-100" dirty="0"/>
              <a:t> </a:t>
            </a:r>
            <a:r>
              <a:rPr spc="-5" dirty="0"/>
              <a:t>1</a:t>
            </a:r>
            <a:r>
              <a:rPr spc="-45" dirty="0"/>
              <a:t> </a:t>
            </a:r>
            <a:r>
              <a:rPr spc="5" dirty="0"/>
              <a:t>.</a:t>
            </a:r>
            <a:r>
              <a:rPr spc="-45" dirty="0"/>
              <a:t> </a:t>
            </a:r>
            <a:r>
              <a:rPr spc="-5" dirty="0"/>
              <a:t>0</a:t>
            </a:r>
            <a:r>
              <a:rPr dirty="0"/>
              <a:t>  </a:t>
            </a:r>
            <a:r>
              <a:rPr spc="-114" dirty="0"/>
              <a:t> </a:t>
            </a:r>
            <a:r>
              <a:rPr spc="-5" dirty="0"/>
              <a:t>©</a:t>
            </a:r>
            <a:r>
              <a:rPr dirty="0"/>
              <a:t>  </a:t>
            </a:r>
            <a:r>
              <a:rPr spc="-95" dirty="0"/>
              <a:t> </a:t>
            </a:r>
            <a:r>
              <a:rPr spc="-70" dirty="0"/>
              <a:t>A</a:t>
            </a:r>
            <a:r>
              <a:rPr spc="-55" dirty="0"/>
              <a:t> </a:t>
            </a:r>
            <a:r>
              <a:rPr spc="-45" dirty="0"/>
              <a:t>P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5" dirty="0"/>
              <a:t>C</a:t>
            </a:r>
            <a:r>
              <a:rPr spc="-50" dirty="0"/>
              <a:t> </a:t>
            </a:r>
            <a:r>
              <a:rPr spc="-5" dirty="0"/>
              <a:t>H</a:t>
            </a:r>
            <a:r>
              <a:rPr dirty="0"/>
              <a:t>  </a:t>
            </a:r>
            <a:r>
              <a:rPr spc="-85" dirty="0"/>
              <a:t> </a:t>
            </a:r>
            <a:r>
              <a:rPr spc="-15" dirty="0"/>
              <a:t>L</a:t>
            </a:r>
            <a:r>
              <a:rPr spc="-45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spc="5" dirty="0"/>
              <a:t>M</a:t>
            </a:r>
            <a:r>
              <a:rPr spc="-50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15" dirty="0"/>
              <a:t>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1020123"/>
            <a:ext cx="5781040" cy="152971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Comic Sans MS"/>
                <a:cs typeface="Comic Sans MS"/>
              </a:rPr>
              <a:t>Identify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how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to </a:t>
            </a:r>
            <a:r>
              <a:rPr sz="1800" dirty="0">
                <a:latin typeface="Comic Sans MS"/>
                <a:cs typeface="Comic Sans MS"/>
              </a:rPr>
              <a:t>create</a:t>
            </a:r>
            <a:r>
              <a:rPr sz="1800" spc="-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</a:t>
            </a:r>
            <a:r>
              <a:rPr sz="1800" spc="-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new </a:t>
            </a:r>
            <a:r>
              <a:rPr sz="1800" spc="-5" dirty="0">
                <a:latin typeface="Comic Sans MS"/>
                <a:cs typeface="Comic Sans MS"/>
              </a:rPr>
              <a:t>branch</a:t>
            </a:r>
            <a:endParaRPr sz="18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Comic Sans MS"/>
                <a:cs typeface="Comic Sans MS"/>
              </a:rPr>
              <a:t>Outline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steps</a:t>
            </a:r>
            <a:r>
              <a:rPr sz="180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to</a:t>
            </a:r>
            <a:r>
              <a:rPr sz="180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develop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code</a:t>
            </a:r>
            <a:r>
              <a:rPr sz="1800" spc="-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on</a:t>
            </a:r>
            <a:r>
              <a:rPr sz="1800" spc="-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multiple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branches</a:t>
            </a:r>
            <a:endParaRPr sz="18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Comic Sans MS"/>
                <a:cs typeface="Comic Sans MS"/>
              </a:rPr>
              <a:t>Outline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steps</a:t>
            </a:r>
            <a:r>
              <a:rPr sz="1800" spc="-5" dirty="0">
                <a:latin typeface="Comic Sans MS"/>
                <a:cs typeface="Comic Sans MS"/>
              </a:rPr>
              <a:t> to</a:t>
            </a:r>
            <a:r>
              <a:rPr sz="180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modify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</a:t>
            </a:r>
            <a:r>
              <a:rPr sz="1800" spc="-5" dirty="0">
                <a:latin typeface="Comic Sans MS"/>
                <a:cs typeface="Comic Sans MS"/>
              </a:rPr>
              <a:t> branch</a:t>
            </a:r>
            <a:endParaRPr sz="18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Comic Sans MS"/>
                <a:cs typeface="Comic Sans MS"/>
              </a:rPr>
              <a:t>Identify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how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to</a:t>
            </a:r>
            <a:r>
              <a:rPr sz="1800" dirty="0">
                <a:latin typeface="Comic Sans MS"/>
                <a:cs typeface="Comic Sans MS"/>
              </a:rPr>
              <a:t> merge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and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delete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branches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411225"/>
            <a:ext cx="61988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BASIC</a:t>
            </a:r>
            <a:r>
              <a:rPr spc="-5" dirty="0"/>
              <a:t> </a:t>
            </a:r>
            <a:r>
              <a:rPr spc="-10" dirty="0"/>
              <a:t>BRANCHING</a:t>
            </a:r>
            <a:r>
              <a:rPr spc="25" dirty="0"/>
              <a:t> </a:t>
            </a:r>
            <a:r>
              <a:rPr spc="-10" dirty="0"/>
              <a:t>AND</a:t>
            </a:r>
            <a:r>
              <a:rPr spc="5" dirty="0"/>
              <a:t> </a:t>
            </a:r>
            <a:r>
              <a:rPr spc="-5" dirty="0"/>
              <a:t>MERGING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96339" y="1863851"/>
            <a:ext cx="2360930" cy="1455420"/>
            <a:chOff x="1196339" y="1863851"/>
            <a:chExt cx="2360930" cy="1455420"/>
          </a:xfrm>
        </p:grpSpPr>
        <p:sp>
          <p:nvSpPr>
            <p:cNvPr id="4" name="object 4"/>
            <p:cNvSpPr/>
            <p:nvPr/>
          </p:nvSpPr>
          <p:spPr>
            <a:xfrm>
              <a:off x="2394965" y="2975609"/>
              <a:ext cx="952500" cy="330835"/>
            </a:xfrm>
            <a:custGeom>
              <a:avLst/>
              <a:gdLst/>
              <a:ahLst/>
              <a:cxnLst/>
              <a:rect l="l" t="t" r="r" b="b"/>
              <a:pathLst>
                <a:path w="952500" h="330835">
                  <a:moveTo>
                    <a:pt x="0" y="0"/>
                  </a:moveTo>
                  <a:lnTo>
                    <a:pt x="0" y="165354"/>
                  </a:lnTo>
                  <a:lnTo>
                    <a:pt x="952500" y="165354"/>
                  </a:lnTo>
                  <a:lnTo>
                    <a:pt x="952500" y="330581"/>
                  </a:lnTo>
                </a:path>
              </a:pathLst>
            </a:custGeom>
            <a:ln w="25908">
              <a:solidFill>
                <a:srgbClr val="A838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9293" y="2975609"/>
              <a:ext cx="952500" cy="330835"/>
            </a:xfrm>
            <a:custGeom>
              <a:avLst/>
              <a:gdLst/>
              <a:ahLst/>
              <a:cxnLst/>
              <a:rect l="l" t="t" r="r" b="b"/>
              <a:pathLst>
                <a:path w="952500" h="330835">
                  <a:moveTo>
                    <a:pt x="952500" y="0"/>
                  </a:moveTo>
                  <a:lnTo>
                    <a:pt x="952500" y="165354"/>
                  </a:lnTo>
                  <a:lnTo>
                    <a:pt x="0" y="165354"/>
                  </a:lnTo>
                  <a:lnTo>
                    <a:pt x="0" y="330581"/>
                  </a:lnTo>
                </a:path>
              </a:pathLst>
            </a:custGeom>
            <a:ln w="25908">
              <a:solidFill>
                <a:srgbClr val="A838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3311" y="1863851"/>
              <a:ext cx="2083308" cy="1193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0827" y="2113787"/>
              <a:ext cx="2266188" cy="7315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15033" y="1905761"/>
              <a:ext cx="1960245" cy="1069975"/>
            </a:xfrm>
            <a:custGeom>
              <a:avLst/>
              <a:gdLst/>
              <a:ahLst/>
              <a:cxnLst/>
              <a:rect l="l" t="t" r="r" b="b"/>
              <a:pathLst>
                <a:path w="1960245" h="1069975">
                  <a:moveTo>
                    <a:pt x="1959864" y="0"/>
                  </a:moveTo>
                  <a:lnTo>
                    <a:pt x="0" y="0"/>
                  </a:lnTo>
                  <a:lnTo>
                    <a:pt x="0" y="1069848"/>
                  </a:lnTo>
                  <a:lnTo>
                    <a:pt x="1959864" y="1069848"/>
                  </a:lnTo>
                  <a:lnTo>
                    <a:pt x="1959864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15033" y="1905761"/>
            <a:ext cx="1946275" cy="1069975"/>
          </a:xfrm>
          <a:prstGeom prst="rect">
            <a:avLst/>
          </a:prstGeom>
          <a:ln w="38100">
            <a:solidFill>
              <a:srgbClr val="FFFFFF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2100">
              <a:latin typeface="Times New Roman"/>
              <a:cs typeface="Times New Roman"/>
            </a:endParaRPr>
          </a:p>
          <a:p>
            <a:pPr marL="594995" marR="23495" indent="-554990">
              <a:lnSpc>
                <a:spcPts val="1730"/>
              </a:lnSpc>
            </a:pPr>
            <a:r>
              <a:rPr sz="1600" spc="-10" dirty="0">
                <a:solidFill>
                  <a:srgbClr val="FFFFFF"/>
                </a:solidFill>
                <a:latin typeface="Comic Sans MS"/>
                <a:cs typeface="Comic Sans MS"/>
              </a:rPr>
              <a:t>Basic</a:t>
            </a:r>
            <a:r>
              <a:rPr sz="16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omic Sans MS"/>
                <a:cs typeface="Comic Sans MS"/>
              </a:rPr>
              <a:t>Branching</a:t>
            </a:r>
            <a:r>
              <a:rPr sz="160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omic Sans MS"/>
                <a:cs typeface="Comic Sans MS"/>
              </a:rPr>
              <a:t>and </a:t>
            </a:r>
            <a:r>
              <a:rPr sz="1600" spc="-459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omic Sans MS"/>
                <a:cs typeface="Comic Sans MS"/>
              </a:rPr>
              <a:t>Merging</a:t>
            </a:r>
            <a:endParaRPr sz="16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39" y="3384803"/>
            <a:ext cx="2083308" cy="119329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29361" y="3426714"/>
            <a:ext cx="1960245" cy="1069975"/>
          </a:xfrm>
          <a:prstGeom prst="rect">
            <a:avLst/>
          </a:prstGeom>
          <a:solidFill>
            <a:srgbClr val="D24716"/>
          </a:solidFill>
          <a:ln w="38100">
            <a:solidFill>
              <a:srgbClr val="FFFFFF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6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1600" spc="-5" dirty="0">
                <a:solidFill>
                  <a:srgbClr val="FFFFFF"/>
                </a:solidFill>
                <a:latin typeface="Comic Sans MS"/>
                <a:cs typeface="Comic Sans MS"/>
              </a:rPr>
              <a:t>Branching</a:t>
            </a:r>
            <a:r>
              <a:rPr sz="160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omic Sans MS"/>
                <a:cs typeface="Comic Sans MS"/>
              </a:rPr>
              <a:t>in</a:t>
            </a:r>
            <a:r>
              <a:rPr sz="16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omic Sans MS"/>
                <a:cs typeface="Comic Sans MS"/>
              </a:rPr>
              <a:t>Git</a:t>
            </a:r>
            <a:endParaRPr sz="1600">
              <a:latin typeface="Comic Sans MS"/>
              <a:cs typeface="Comic Sans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38983" y="3384803"/>
            <a:ext cx="2081783" cy="119329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600705" y="3426714"/>
            <a:ext cx="1958339" cy="1069975"/>
          </a:xfrm>
          <a:prstGeom prst="rect">
            <a:avLst/>
          </a:prstGeom>
          <a:solidFill>
            <a:srgbClr val="D24716"/>
          </a:solidFill>
          <a:ln w="38100">
            <a:solidFill>
              <a:srgbClr val="FFFFFF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650">
              <a:latin typeface="Times New Roman"/>
              <a:cs typeface="Times New Roman"/>
            </a:endParaRPr>
          </a:p>
          <a:p>
            <a:pPr marL="306705">
              <a:lnSpc>
                <a:spcPct val="100000"/>
              </a:lnSpc>
            </a:pPr>
            <a:r>
              <a:rPr sz="1600" spc="-5" dirty="0">
                <a:solidFill>
                  <a:srgbClr val="FFFFFF"/>
                </a:solidFill>
                <a:latin typeface="Comic Sans MS"/>
                <a:cs typeface="Comic Sans MS"/>
              </a:rPr>
              <a:t>Merging</a:t>
            </a:r>
            <a:r>
              <a:rPr sz="16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omic Sans MS"/>
                <a:cs typeface="Comic Sans MS"/>
              </a:rPr>
              <a:t>in</a:t>
            </a:r>
            <a:r>
              <a:rPr sz="16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omic Sans MS"/>
                <a:cs typeface="Comic Sans MS"/>
              </a:rPr>
              <a:t>Git</a:t>
            </a:r>
            <a:endParaRPr sz="1600">
              <a:latin typeface="Comic Sans MS"/>
              <a:cs typeface="Comic Sans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81371" y="1354836"/>
            <a:ext cx="4262628" cy="228600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V  </a:t>
            </a:r>
            <a:r>
              <a:rPr spc="-100" dirty="0"/>
              <a:t> </a:t>
            </a:r>
            <a:r>
              <a:rPr spc="-5" dirty="0"/>
              <a:t>1</a:t>
            </a:r>
            <a:r>
              <a:rPr spc="-45" dirty="0"/>
              <a:t> </a:t>
            </a:r>
            <a:r>
              <a:rPr spc="5" dirty="0"/>
              <a:t>.</a:t>
            </a:r>
            <a:r>
              <a:rPr spc="-45" dirty="0"/>
              <a:t> </a:t>
            </a:r>
            <a:r>
              <a:rPr spc="-5" dirty="0"/>
              <a:t>0</a:t>
            </a:r>
            <a:r>
              <a:rPr dirty="0"/>
              <a:t>  </a:t>
            </a:r>
            <a:r>
              <a:rPr spc="-114" dirty="0"/>
              <a:t> </a:t>
            </a:r>
            <a:r>
              <a:rPr spc="-5" dirty="0"/>
              <a:t>©</a:t>
            </a:r>
            <a:r>
              <a:rPr dirty="0"/>
              <a:t>  </a:t>
            </a:r>
            <a:r>
              <a:rPr spc="-95" dirty="0"/>
              <a:t> </a:t>
            </a:r>
            <a:r>
              <a:rPr spc="-70" dirty="0"/>
              <a:t>A</a:t>
            </a:r>
            <a:r>
              <a:rPr spc="-55" dirty="0"/>
              <a:t> </a:t>
            </a:r>
            <a:r>
              <a:rPr spc="-45" dirty="0"/>
              <a:t>P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5" dirty="0"/>
              <a:t>C</a:t>
            </a:r>
            <a:r>
              <a:rPr spc="-50" dirty="0"/>
              <a:t> </a:t>
            </a:r>
            <a:r>
              <a:rPr spc="-5" dirty="0"/>
              <a:t>H</a:t>
            </a:r>
            <a:r>
              <a:rPr dirty="0"/>
              <a:t>  </a:t>
            </a:r>
            <a:r>
              <a:rPr spc="-85" dirty="0"/>
              <a:t> </a:t>
            </a:r>
            <a:r>
              <a:rPr spc="-15" dirty="0"/>
              <a:t>L</a:t>
            </a:r>
            <a:r>
              <a:rPr spc="-45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spc="5" dirty="0"/>
              <a:t>M</a:t>
            </a:r>
            <a:r>
              <a:rPr spc="-50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15" dirty="0"/>
              <a:t>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984655"/>
            <a:ext cx="7532370" cy="2164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7499"/>
              </a:lnSpc>
              <a:spcBef>
                <a:spcPts val="95"/>
              </a:spcBef>
            </a:pPr>
            <a:r>
              <a:rPr sz="2400" dirty="0">
                <a:latin typeface="Comic Sans MS"/>
                <a:cs typeface="Comic Sans MS"/>
              </a:rPr>
              <a:t>To</a:t>
            </a:r>
            <a:r>
              <a:rPr sz="2400" spc="-1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create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your</a:t>
            </a:r>
            <a:r>
              <a:rPr sz="2400" spc="-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new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branch,</a:t>
            </a:r>
            <a:r>
              <a:rPr sz="2400" spc="-1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you</a:t>
            </a:r>
            <a:r>
              <a:rPr sz="2400" spc="-1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can</a:t>
            </a:r>
            <a:r>
              <a:rPr sz="2400" spc="-5" dirty="0">
                <a:latin typeface="Comic Sans MS"/>
                <a:cs typeface="Comic Sans MS"/>
              </a:rPr>
              <a:t> use the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following </a:t>
            </a:r>
            <a:r>
              <a:rPr sz="2400" spc="-705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commands:</a:t>
            </a:r>
            <a:endParaRPr sz="2400">
              <a:latin typeface="Comic Sans MS"/>
              <a:cs typeface="Comic Sans MS"/>
            </a:endParaRPr>
          </a:p>
          <a:p>
            <a:pPr marL="12700" marR="3091180">
              <a:lnSpc>
                <a:spcPts val="3200"/>
              </a:lnSpc>
              <a:spcBef>
                <a:spcPts val="130"/>
              </a:spcBef>
            </a:pPr>
            <a:r>
              <a:rPr sz="2000" spc="-5" dirty="0">
                <a:latin typeface="Courier New"/>
                <a:cs typeface="Courier New"/>
              </a:rPr>
              <a:t>git checkout -b newbranchname </a:t>
            </a:r>
            <a:r>
              <a:rPr sz="2000" spc="-119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git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checkout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master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000" dirty="0">
                <a:latin typeface="Courier New"/>
                <a:cs typeface="Courier New"/>
              </a:rPr>
              <a:t>git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merge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newbranchname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V  </a:t>
            </a:r>
            <a:r>
              <a:rPr spc="-100" dirty="0"/>
              <a:t> </a:t>
            </a:r>
            <a:r>
              <a:rPr spc="-5" dirty="0"/>
              <a:t>1</a:t>
            </a:r>
            <a:r>
              <a:rPr spc="-45" dirty="0"/>
              <a:t> </a:t>
            </a:r>
            <a:r>
              <a:rPr spc="5" dirty="0"/>
              <a:t>.</a:t>
            </a:r>
            <a:r>
              <a:rPr spc="-45" dirty="0"/>
              <a:t> </a:t>
            </a:r>
            <a:r>
              <a:rPr spc="-5" dirty="0"/>
              <a:t>0</a:t>
            </a:r>
            <a:r>
              <a:rPr dirty="0"/>
              <a:t>  </a:t>
            </a:r>
            <a:r>
              <a:rPr spc="-114" dirty="0"/>
              <a:t> </a:t>
            </a:r>
            <a:r>
              <a:rPr spc="-5" dirty="0"/>
              <a:t>©</a:t>
            </a:r>
            <a:r>
              <a:rPr dirty="0"/>
              <a:t>  </a:t>
            </a:r>
            <a:r>
              <a:rPr spc="-95" dirty="0"/>
              <a:t> </a:t>
            </a:r>
            <a:r>
              <a:rPr spc="-70" dirty="0"/>
              <a:t>A</a:t>
            </a:r>
            <a:r>
              <a:rPr spc="-55" dirty="0"/>
              <a:t> </a:t>
            </a:r>
            <a:r>
              <a:rPr spc="-45" dirty="0"/>
              <a:t>P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5" dirty="0"/>
              <a:t>C</a:t>
            </a:r>
            <a:r>
              <a:rPr spc="-50" dirty="0"/>
              <a:t> </a:t>
            </a:r>
            <a:r>
              <a:rPr spc="-5" dirty="0"/>
              <a:t>H</a:t>
            </a:r>
            <a:r>
              <a:rPr dirty="0"/>
              <a:t>  </a:t>
            </a:r>
            <a:r>
              <a:rPr spc="-85" dirty="0"/>
              <a:t> </a:t>
            </a:r>
            <a:r>
              <a:rPr spc="-15" dirty="0"/>
              <a:t>L</a:t>
            </a:r>
            <a:r>
              <a:rPr spc="-45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spc="5" dirty="0"/>
              <a:t>M</a:t>
            </a:r>
            <a:r>
              <a:rPr spc="-50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15" dirty="0"/>
              <a:t>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2004" y="395986"/>
            <a:ext cx="48380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CREATING</a:t>
            </a:r>
            <a:r>
              <a:rPr dirty="0"/>
              <a:t> </a:t>
            </a:r>
            <a:r>
              <a:rPr spc="-5" dirty="0"/>
              <a:t>A</a:t>
            </a:r>
            <a:r>
              <a:rPr spc="-15" dirty="0"/>
              <a:t> </a:t>
            </a:r>
            <a:r>
              <a:rPr spc="-5" dirty="0"/>
              <a:t>NEW</a:t>
            </a:r>
            <a:r>
              <a:rPr spc="-10" dirty="0"/>
              <a:t> BRANCH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9392" y="1054544"/>
            <a:ext cx="3042285" cy="940435"/>
            <a:chOff x="219392" y="1054544"/>
            <a:chExt cx="3042285" cy="940435"/>
          </a:xfrm>
        </p:grpSpPr>
        <p:sp>
          <p:nvSpPr>
            <p:cNvPr id="3" name="object 3"/>
            <p:cNvSpPr/>
            <p:nvPr/>
          </p:nvSpPr>
          <p:spPr>
            <a:xfrm>
              <a:off x="232409" y="1067562"/>
              <a:ext cx="3016250" cy="914400"/>
            </a:xfrm>
            <a:custGeom>
              <a:avLst/>
              <a:gdLst/>
              <a:ahLst/>
              <a:cxnLst/>
              <a:rect l="l" t="t" r="r" b="b"/>
              <a:pathLst>
                <a:path w="3016250" h="914400">
                  <a:moveTo>
                    <a:pt x="255879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558796" y="914400"/>
                  </a:lnTo>
                  <a:lnTo>
                    <a:pt x="3015996" y="457200"/>
                  </a:lnTo>
                  <a:lnTo>
                    <a:pt x="2558796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2409" y="1067562"/>
              <a:ext cx="3016250" cy="914400"/>
            </a:xfrm>
            <a:custGeom>
              <a:avLst/>
              <a:gdLst/>
              <a:ahLst/>
              <a:cxnLst/>
              <a:rect l="l" t="t" r="r" b="b"/>
              <a:pathLst>
                <a:path w="3016250" h="914400">
                  <a:moveTo>
                    <a:pt x="0" y="0"/>
                  </a:moveTo>
                  <a:lnTo>
                    <a:pt x="2558796" y="0"/>
                  </a:lnTo>
                  <a:lnTo>
                    <a:pt x="3015996" y="457200"/>
                  </a:lnTo>
                  <a:lnTo>
                    <a:pt x="2558796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10057" y="1309878"/>
            <a:ext cx="2526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Comic Sans MS"/>
                <a:cs typeface="Comic Sans MS"/>
              </a:rPr>
              <a:t>Deleting</a:t>
            </a:r>
            <a:r>
              <a:rPr sz="2400" spc="-5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FFFF"/>
                </a:solidFill>
                <a:latin typeface="Comic Sans MS"/>
                <a:cs typeface="Comic Sans MS"/>
              </a:rPr>
              <a:t>a</a:t>
            </a:r>
            <a:r>
              <a:rPr sz="24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omic Sans MS"/>
                <a:cs typeface="Comic Sans MS"/>
              </a:rPr>
              <a:t>branch</a:t>
            </a:r>
            <a:endParaRPr sz="2400">
              <a:latin typeface="Comic Sans MS"/>
              <a:cs typeface="Comic Sans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31884" y="1054544"/>
            <a:ext cx="3043555" cy="940435"/>
            <a:chOff x="2631884" y="1054544"/>
            <a:chExt cx="3043555" cy="940435"/>
          </a:xfrm>
        </p:grpSpPr>
        <p:sp>
          <p:nvSpPr>
            <p:cNvPr id="7" name="object 7"/>
            <p:cNvSpPr/>
            <p:nvPr/>
          </p:nvSpPr>
          <p:spPr>
            <a:xfrm>
              <a:off x="2644902" y="1067562"/>
              <a:ext cx="3017520" cy="914400"/>
            </a:xfrm>
            <a:custGeom>
              <a:avLst/>
              <a:gdLst/>
              <a:ahLst/>
              <a:cxnLst/>
              <a:rect l="l" t="t" r="r" b="b"/>
              <a:pathLst>
                <a:path w="3017520" h="914400">
                  <a:moveTo>
                    <a:pt x="2560320" y="0"/>
                  </a:moveTo>
                  <a:lnTo>
                    <a:pt x="0" y="0"/>
                  </a:lnTo>
                  <a:lnTo>
                    <a:pt x="457200" y="457200"/>
                  </a:lnTo>
                  <a:lnTo>
                    <a:pt x="0" y="914400"/>
                  </a:lnTo>
                  <a:lnTo>
                    <a:pt x="2560320" y="914400"/>
                  </a:lnTo>
                  <a:lnTo>
                    <a:pt x="3017520" y="457200"/>
                  </a:lnTo>
                  <a:lnTo>
                    <a:pt x="2560320" y="0"/>
                  </a:lnTo>
                  <a:close/>
                </a:path>
              </a:pathLst>
            </a:custGeom>
            <a:solidFill>
              <a:srgbClr val="D7D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44902" y="1067562"/>
              <a:ext cx="3017520" cy="914400"/>
            </a:xfrm>
            <a:custGeom>
              <a:avLst/>
              <a:gdLst/>
              <a:ahLst/>
              <a:cxnLst/>
              <a:rect l="l" t="t" r="r" b="b"/>
              <a:pathLst>
                <a:path w="3017520" h="914400">
                  <a:moveTo>
                    <a:pt x="0" y="0"/>
                  </a:moveTo>
                  <a:lnTo>
                    <a:pt x="2560320" y="0"/>
                  </a:lnTo>
                  <a:lnTo>
                    <a:pt x="3017520" y="457200"/>
                  </a:lnTo>
                  <a:lnTo>
                    <a:pt x="2560320" y="914400"/>
                  </a:lnTo>
                  <a:lnTo>
                    <a:pt x="0" y="914400"/>
                  </a:lnTo>
                  <a:lnTo>
                    <a:pt x="457200" y="45720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390391" y="1118742"/>
            <a:ext cx="1588135" cy="7727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00355" marR="5080" indent="-288290">
              <a:lnSpc>
                <a:spcPts val="3000"/>
              </a:lnSpc>
              <a:spcBef>
                <a:spcPts val="80"/>
              </a:spcBef>
            </a:pPr>
            <a:r>
              <a:rPr sz="2400" spc="-5" dirty="0">
                <a:solidFill>
                  <a:srgbClr val="BEBEBE"/>
                </a:solidFill>
                <a:latin typeface="Comic Sans MS"/>
                <a:cs typeface="Comic Sans MS"/>
              </a:rPr>
              <a:t>Renaming</a:t>
            </a:r>
            <a:r>
              <a:rPr sz="2400" spc="-10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BEBEBE"/>
                </a:solidFill>
                <a:latin typeface="Comic Sans MS"/>
                <a:cs typeface="Comic Sans MS"/>
              </a:rPr>
              <a:t>a </a:t>
            </a:r>
            <a:r>
              <a:rPr sz="2400" spc="-70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BEBEBE"/>
                </a:solidFill>
                <a:latin typeface="Comic Sans MS"/>
                <a:cs typeface="Comic Sans MS"/>
              </a:rPr>
              <a:t>Branch</a:t>
            </a:r>
            <a:endParaRPr sz="2400">
              <a:latin typeface="Comic Sans MS"/>
              <a:cs typeface="Comic Sans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045964" y="1054608"/>
            <a:ext cx="3042285" cy="940435"/>
            <a:chOff x="5045964" y="1054608"/>
            <a:chExt cx="3042285" cy="940435"/>
          </a:xfrm>
        </p:grpSpPr>
        <p:sp>
          <p:nvSpPr>
            <p:cNvPr id="11" name="object 11"/>
            <p:cNvSpPr/>
            <p:nvPr/>
          </p:nvSpPr>
          <p:spPr>
            <a:xfrm>
              <a:off x="5058918" y="1067562"/>
              <a:ext cx="3016250" cy="914400"/>
            </a:xfrm>
            <a:custGeom>
              <a:avLst/>
              <a:gdLst/>
              <a:ahLst/>
              <a:cxnLst/>
              <a:rect l="l" t="t" r="r" b="b"/>
              <a:pathLst>
                <a:path w="3016250" h="914400">
                  <a:moveTo>
                    <a:pt x="2558796" y="0"/>
                  </a:moveTo>
                  <a:lnTo>
                    <a:pt x="0" y="0"/>
                  </a:lnTo>
                  <a:lnTo>
                    <a:pt x="457200" y="457200"/>
                  </a:lnTo>
                  <a:lnTo>
                    <a:pt x="0" y="914400"/>
                  </a:lnTo>
                  <a:lnTo>
                    <a:pt x="2558796" y="914400"/>
                  </a:lnTo>
                  <a:lnTo>
                    <a:pt x="3015996" y="457200"/>
                  </a:lnTo>
                  <a:lnTo>
                    <a:pt x="2558796" y="0"/>
                  </a:lnTo>
                  <a:close/>
                </a:path>
              </a:pathLst>
            </a:custGeom>
            <a:solidFill>
              <a:srgbClr val="D7D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58918" y="1067562"/>
              <a:ext cx="3016250" cy="914400"/>
            </a:xfrm>
            <a:custGeom>
              <a:avLst/>
              <a:gdLst/>
              <a:ahLst/>
              <a:cxnLst/>
              <a:rect l="l" t="t" r="r" b="b"/>
              <a:pathLst>
                <a:path w="3016250" h="914400">
                  <a:moveTo>
                    <a:pt x="0" y="0"/>
                  </a:moveTo>
                  <a:lnTo>
                    <a:pt x="2558796" y="0"/>
                  </a:lnTo>
                  <a:lnTo>
                    <a:pt x="3015996" y="457200"/>
                  </a:lnTo>
                  <a:lnTo>
                    <a:pt x="2558796" y="914400"/>
                  </a:lnTo>
                  <a:lnTo>
                    <a:pt x="0" y="914400"/>
                  </a:lnTo>
                  <a:lnTo>
                    <a:pt x="457200" y="45720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887339" y="1118742"/>
            <a:ext cx="1422400" cy="7727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16535" marR="5080" indent="-204470">
              <a:lnSpc>
                <a:spcPts val="3000"/>
              </a:lnSpc>
              <a:spcBef>
                <a:spcPts val="80"/>
              </a:spcBef>
            </a:pPr>
            <a:r>
              <a:rPr sz="2400" spc="-5" dirty="0">
                <a:solidFill>
                  <a:srgbClr val="BEBEBE"/>
                </a:solidFill>
                <a:latin typeface="Comic Sans MS"/>
                <a:cs typeface="Comic Sans MS"/>
              </a:rPr>
              <a:t>Merging</a:t>
            </a:r>
            <a:r>
              <a:rPr sz="2400" spc="-95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BEBEBE"/>
                </a:solidFill>
                <a:latin typeface="Comic Sans MS"/>
                <a:cs typeface="Comic Sans MS"/>
              </a:rPr>
              <a:t>a </a:t>
            </a:r>
            <a:r>
              <a:rPr sz="2400" spc="-70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BEBEBE"/>
                </a:solidFill>
                <a:latin typeface="Comic Sans MS"/>
                <a:cs typeface="Comic Sans MS"/>
              </a:rPr>
              <a:t>Branch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902004" y="166827"/>
            <a:ext cx="814133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DELETE,</a:t>
            </a:r>
            <a:r>
              <a:rPr spc="5" dirty="0"/>
              <a:t> </a:t>
            </a:r>
            <a:r>
              <a:rPr spc="-10" dirty="0"/>
              <a:t>RENAME,</a:t>
            </a:r>
            <a:r>
              <a:rPr spc="20" dirty="0"/>
              <a:t> </a:t>
            </a:r>
            <a:r>
              <a:rPr spc="-5" dirty="0"/>
              <a:t>AND MERGE</a:t>
            </a:r>
            <a:r>
              <a:rPr spc="40" dirty="0"/>
              <a:t> </a:t>
            </a:r>
            <a:r>
              <a:rPr spc="-5" dirty="0"/>
              <a:t>BRANCHES</a:t>
            </a:r>
            <a:r>
              <a:rPr spc="20" dirty="0"/>
              <a:t> </a:t>
            </a:r>
            <a:r>
              <a:rPr spc="-5" dirty="0"/>
              <a:t>1-3</a:t>
            </a: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362200"/>
            <a:ext cx="6781800" cy="3704844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V  </a:t>
            </a:r>
            <a:r>
              <a:rPr spc="-100" dirty="0"/>
              <a:t> </a:t>
            </a:r>
            <a:r>
              <a:rPr spc="-5" dirty="0"/>
              <a:t>1</a:t>
            </a:r>
            <a:r>
              <a:rPr spc="-45" dirty="0"/>
              <a:t> </a:t>
            </a:r>
            <a:r>
              <a:rPr spc="5" dirty="0"/>
              <a:t>.</a:t>
            </a:r>
            <a:r>
              <a:rPr spc="-45" dirty="0"/>
              <a:t> </a:t>
            </a:r>
            <a:r>
              <a:rPr spc="-5" dirty="0"/>
              <a:t>0</a:t>
            </a:r>
            <a:r>
              <a:rPr dirty="0"/>
              <a:t>  </a:t>
            </a:r>
            <a:r>
              <a:rPr spc="-114" dirty="0"/>
              <a:t> </a:t>
            </a:r>
            <a:r>
              <a:rPr spc="-5" dirty="0"/>
              <a:t>©</a:t>
            </a:r>
            <a:r>
              <a:rPr dirty="0"/>
              <a:t>  </a:t>
            </a:r>
            <a:r>
              <a:rPr spc="-95" dirty="0"/>
              <a:t> </a:t>
            </a:r>
            <a:r>
              <a:rPr spc="-70" dirty="0"/>
              <a:t>A</a:t>
            </a:r>
            <a:r>
              <a:rPr spc="-55" dirty="0"/>
              <a:t> </a:t>
            </a:r>
            <a:r>
              <a:rPr spc="-45" dirty="0"/>
              <a:t>P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5" dirty="0"/>
              <a:t>C</a:t>
            </a:r>
            <a:r>
              <a:rPr spc="-50" dirty="0"/>
              <a:t> </a:t>
            </a:r>
            <a:r>
              <a:rPr spc="-5" dirty="0"/>
              <a:t>H</a:t>
            </a:r>
            <a:r>
              <a:rPr dirty="0"/>
              <a:t>  </a:t>
            </a:r>
            <a:r>
              <a:rPr spc="-85" dirty="0"/>
              <a:t> </a:t>
            </a:r>
            <a:r>
              <a:rPr spc="-15" dirty="0"/>
              <a:t>L</a:t>
            </a:r>
            <a:r>
              <a:rPr spc="-45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spc="5" dirty="0"/>
              <a:t>M</a:t>
            </a:r>
            <a:r>
              <a:rPr spc="-50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15" dirty="0"/>
              <a:t>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9392" y="1054544"/>
            <a:ext cx="3042285" cy="940435"/>
            <a:chOff x="219392" y="1054544"/>
            <a:chExt cx="3042285" cy="940435"/>
          </a:xfrm>
        </p:grpSpPr>
        <p:sp>
          <p:nvSpPr>
            <p:cNvPr id="3" name="object 3"/>
            <p:cNvSpPr/>
            <p:nvPr/>
          </p:nvSpPr>
          <p:spPr>
            <a:xfrm>
              <a:off x="232409" y="1067562"/>
              <a:ext cx="3016250" cy="914400"/>
            </a:xfrm>
            <a:custGeom>
              <a:avLst/>
              <a:gdLst/>
              <a:ahLst/>
              <a:cxnLst/>
              <a:rect l="l" t="t" r="r" b="b"/>
              <a:pathLst>
                <a:path w="3016250" h="914400">
                  <a:moveTo>
                    <a:pt x="255879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558796" y="914400"/>
                  </a:lnTo>
                  <a:lnTo>
                    <a:pt x="3015996" y="457200"/>
                  </a:lnTo>
                  <a:lnTo>
                    <a:pt x="2558796" y="0"/>
                  </a:lnTo>
                  <a:close/>
                </a:path>
              </a:pathLst>
            </a:custGeom>
            <a:solidFill>
              <a:srgbClr val="D7D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2409" y="1067562"/>
              <a:ext cx="3016250" cy="914400"/>
            </a:xfrm>
            <a:custGeom>
              <a:avLst/>
              <a:gdLst/>
              <a:ahLst/>
              <a:cxnLst/>
              <a:rect l="l" t="t" r="r" b="b"/>
              <a:pathLst>
                <a:path w="3016250" h="914400">
                  <a:moveTo>
                    <a:pt x="0" y="0"/>
                  </a:moveTo>
                  <a:lnTo>
                    <a:pt x="2558796" y="0"/>
                  </a:lnTo>
                  <a:lnTo>
                    <a:pt x="3015996" y="457200"/>
                  </a:lnTo>
                  <a:lnTo>
                    <a:pt x="2558796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10057" y="1309878"/>
            <a:ext cx="2526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BEBEBE"/>
                </a:solidFill>
                <a:latin typeface="Comic Sans MS"/>
                <a:cs typeface="Comic Sans MS"/>
              </a:rPr>
              <a:t>Deleting</a:t>
            </a:r>
            <a:r>
              <a:rPr sz="2400" spc="-5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BEBEBE"/>
                </a:solidFill>
                <a:latin typeface="Comic Sans MS"/>
                <a:cs typeface="Comic Sans MS"/>
              </a:rPr>
              <a:t>a</a:t>
            </a:r>
            <a:r>
              <a:rPr sz="2400" spc="-3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BEBEBE"/>
                </a:solidFill>
                <a:latin typeface="Comic Sans MS"/>
                <a:cs typeface="Comic Sans MS"/>
              </a:rPr>
              <a:t>branch</a:t>
            </a:r>
            <a:endParaRPr sz="2400">
              <a:latin typeface="Comic Sans MS"/>
              <a:cs typeface="Comic Sans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31884" y="1054544"/>
            <a:ext cx="3043555" cy="940435"/>
            <a:chOff x="2631884" y="1054544"/>
            <a:chExt cx="3043555" cy="940435"/>
          </a:xfrm>
        </p:grpSpPr>
        <p:sp>
          <p:nvSpPr>
            <p:cNvPr id="7" name="object 7"/>
            <p:cNvSpPr/>
            <p:nvPr/>
          </p:nvSpPr>
          <p:spPr>
            <a:xfrm>
              <a:off x="2644902" y="1067562"/>
              <a:ext cx="3017520" cy="914400"/>
            </a:xfrm>
            <a:custGeom>
              <a:avLst/>
              <a:gdLst/>
              <a:ahLst/>
              <a:cxnLst/>
              <a:rect l="l" t="t" r="r" b="b"/>
              <a:pathLst>
                <a:path w="3017520" h="914400">
                  <a:moveTo>
                    <a:pt x="2560320" y="0"/>
                  </a:moveTo>
                  <a:lnTo>
                    <a:pt x="0" y="0"/>
                  </a:lnTo>
                  <a:lnTo>
                    <a:pt x="457200" y="457200"/>
                  </a:lnTo>
                  <a:lnTo>
                    <a:pt x="0" y="914400"/>
                  </a:lnTo>
                  <a:lnTo>
                    <a:pt x="2560320" y="914400"/>
                  </a:lnTo>
                  <a:lnTo>
                    <a:pt x="3017520" y="457200"/>
                  </a:lnTo>
                  <a:lnTo>
                    <a:pt x="2560320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44902" y="1067562"/>
              <a:ext cx="3017520" cy="914400"/>
            </a:xfrm>
            <a:custGeom>
              <a:avLst/>
              <a:gdLst/>
              <a:ahLst/>
              <a:cxnLst/>
              <a:rect l="l" t="t" r="r" b="b"/>
              <a:pathLst>
                <a:path w="3017520" h="914400">
                  <a:moveTo>
                    <a:pt x="0" y="0"/>
                  </a:moveTo>
                  <a:lnTo>
                    <a:pt x="2560320" y="0"/>
                  </a:lnTo>
                  <a:lnTo>
                    <a:pt x="3017520" y="457200"/>
                  </a:lnTo>
                  <a:lnTo>
                    <a:pt x="2560320" y="914400"/>
                  </a:lnTo>
                  <a:lnTo>
                    <a:pt x="0" y="914400"/>
                  </a:lnTo>
                  <a:lnTo>
                    <a:pt x="457200" y="45720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390391" y="1118742"/>
            <a:ext cx="1588135" cy="7727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00355" marR="5080" indent="-288290">
              <a:lnSpc>
                <a:spcPts val="3000"/>
              </a:lnSpc>
              <a:spcBef>
                <a:spcPts val="80"/>
              </a:spcBef>
            </a:pPr>
            <a:r>
              <a:rPr sz="2400" spc="-5" dirty="0">
                <a:solidFill>
                  <a:srgbClr val="FFFFFF"/>
                </a:solidFill>
                <a:latin typeface="Comic Sans MS"/>
                <a:cs typeface="Comic Sans MS"/>
              </a:rPr>
              <a:t>Renaming</a:t>
            </a:r>
            <a:r>
              <a:rPr sz="2400" spc="-10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FFFF"/>
                </a:solidFill>
                <a:latin typeface="Comic Sans MS"/>
                <a:cs typeface="Comic Sans MS"/>
              </a:rPr>
              <a:t>a </a:t>
            </a:r>
            <a:r>
              <a:rPr sz="2400" spc="-70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mic Sans MS"/>
                <a:cs typeface="Comic Sans MS"/>
              </a:rPr>
              <a:t>Branch</a:t>
            </a:r>
            <a:endParaRPr sz="2400">
              <a:latin typeface="Comic Sans MS"/>
              <a:cs typeface="Comic Sans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045964" y="1054608"/>
            <a:ext cx="3042285" cy="940435"/>
            <a:chOff x="5045964" y="1054608"/>
            <a:chExt cx="3042285" cy="940435"/>
          </a:xfrm>
        </p:grpSpPr>
        <p:sp>
          <p:nvSpPr>
            <p:cNvPr id="11" name="object 11"/>
            <p:cNvSpPr/>
            <p:nvPr/>
          </p:nvSpPr>
          <p:spPr>
            <a:xfrm>
              <a:off x="5058918" y="1067562"/>
              <a:ext cx="3016250" cy="914400"/>
            </a:xfrm>
            <a:custGeom>
              <a:avLst/>
              <a:gdLst/>
              <a:ahLst/>
              <a:cxnLst/>
              <a:rect l="l" t="t" r="r" b="b"/>
              <a:pathLst>
                <a:path w="3016250" h="914400">
                  <a:moveTo>
                    <a:pt x="2558796" y="0"/>
                  </a:moveTo>
                  <a:lnTo>
                    <a:pt x="0" y="0"/>
                  </a:lnTo>
                  <a:lnTo>
                    <a:pt x="457200" y="457200"/>
                  </a:lnTo>
                  <a:lnTo>
                    <a:pt x="0" y="914400"/>
                  </a:lnTo>
                  <a:lnTo>
                    <a:pt x="2558796" y="914400"/>
                  </a:lnTo>
                  <a:lnTo>
                    <a:pt x="3015996" y="457200"/>
                  </a:lnTo>
                  <a:lnTo>
                    <a:pt x="2558796" y="0"/>
                  </a:lnTo>
                  <a:close/>
                </a:path>
              </a:pathLst>
            </a:custGeom>
            <a:solidFill>
              <a:srgbClr val="D7D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58918" y="1067562"/>
              <a:ext cx="3016250" cy="914400"/>
            </a:xfrm>
            <a:custGeom>
              <a:avLst/>
              <a:gdLst/>
              <a:ahLst/>
              <a:cxnLst/>
              <a:rect l="l" t="t" r="r" b="b"/>
              <a:pathLst>
                <a:path w="3016250" h="914400">
                  <a:moveTo>
                    <a:pt x="0" y="0"/>
                  </a:moveTo>
                  <a:lnTo>
                    <a:pt x="2558796" y="0"/>
                  </a:lnTo>
                  <a:lnTo>
                    <a:pt x="3015996" y="457200"/>
                  </a:lnTo>
                  <a:lnTo>
                    <a:pt x="2558796" y="914400"/>
                  </a:lnTo>
                  <a:lnTo>
                    <a:pt x="0" y="914400"/>
                  </a:lnTo>
                  <a:lnTo>
                    <a:pt x="457200" y="45720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887339" y="1118742"/>
            <a:ext cx="1422400" cy="7727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16535" marR="5080" indent="-204470">
              <a:lnSpc>
                <a:spcPts val="3000"/>
              </a:lnSpc>
              <a:spcBef>
                <a:spcPts val="80"/>
              </a:spcBef>
            </a:pPr>
            <a:r>
              <a:rPr sz="2400" spc="-5" dirty="0">
                <a:solidFill>
                  <a:srgbClr val="BEBEBE"/>
                </a:solidFill>
                <a:latin typeface="Comic Sans MS"/>
                <a:cs typeface="Comic Sans MS"/>
              </a:rPr>
              <a:t>Merging</a:t>
            </a:r>
            <a:r>
              <a:rPr sz="2400" spc="-95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BEBEBE"/>
                </a:solidFill>
                <a:latin typeface="Comic Sans MS"/>
                <a:cs typeface="Comic Sans MS"/>
              </a:rPr>
              <a:t>a </a:t>
            </a:r>
            <a:r>
              <a:rPr sz="2400" spc="-70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BEBEBE"/>
                </a:solidFill>
                <a:latin typeface="Comic Sans MS"/>
                <a:cs typeface="Comic Sans MS"/>
              </a:rPr>
              <a:t>Branch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7340" y="2465959"/>
            <a:ext cx="2995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545454"/>
                </a:solidFill>
                <a:latin typeface="Arial"/>
                <a:cs typeface="Arial"/>
              </a:rPr>
              <a:t>Rename</a:t>
            </a:r>
            <a:r>
              <a:rPr sz="1800" b="1" spc="-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45454"/>
                </a:solidFill>
                <a:latin typeface="Arial"/>
                <a:cs typeface="Arial"/>
              </a:rPr>
              <a:t>a</a:t>
            </a:r>
            <a:r>
              <a:rPr sz="1800" b="1" spc="-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45454"/>
                </a:solidFill>
                <a:latin typeface="Arial"/>
                <a:cs typeface="Arial"/>
              </a:rPr>
              <a:t>Local</a:t>
            </a:r>
            <a:r>
              <a:rPr sz="1800" b="1" spc="-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45454"/>
                </a:solidFill>
                <a:latin typeface="Arial"/>
                <a:cs typeface="Arial"/>
              </a:rPr>
              <a:t>Git</a:t>
            </a:r>
            <a:r>
              <a:rPr sz="1800" b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45454"/>
                </a:solidFill>
                <a:latin typeface="Arial"/>
                <a:cs typeface="Arial"/>
              </a:rPr>
              <a:t>Branch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895600"/>
            <a:ext cx="6766559" cy="152400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07340" y="4600194"/>
            <a:ext cx="3237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545454"/>
                </a:solidFill>
                <a:latin typeface="Arial"/>
                <a:cs typeface="Arial"/>
              </a:rPr>
              <a:t>Rename</a:t>
            </a:r>
            <a:r>
              <a:rPr sz="1800" b="1" spc="-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45454"/>
                </a:solidFill>
                <a:latin typeface="Arial"/>
                <a:cs typeface="Arial"/>
              </a:rPr>
              <a:t>a</a:t>
            </a:r>
            <a:r>
              <a:rPr sz="1800" b="1" spc="-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45454"/>
                </a:solidFill>
                <a:latin typeface="Arial"/>
                <a:cs typeface="Arial"/>
              </a:rPr>
              <a:t>Remote </a:t>
            </a:r>
            <a:r>
              <a:rPr sz="1800" b="1" dirty="0">
                <a:solidFill>
                  <a:srgbClr val="545454"/>
                </a:solidFill>
                <a:latin typeface="Arial"/>
                <a:cs typeface="Arial"/>
              </a:rPr>
              <a:t>Git</a:t>
            </a:r>
            <a:r>
              <a:rPr sz="1800" b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45454"/>
                </a:solidFill>
                <a:latin typeface="Arial"/>
                <a:cs typeface="Arial"/>
              </a:rPr>
              <a:t>Branch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5257800"/>
            <a:ext cx="6781800" cy="533400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803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DELETE,</a:t>
            </a:r>
            <a:r>
              <a:rPr spc="5" dirty="0"/>
              <a:t> </a:t>
            </a:r>
            <a:r>
              <a:rPr spc="-10" dirty="0"/>
              <a:t>RENAME,</a:t>
            </a:r>
            <a:r>
              <a:rPr spc="20" dirty="0"/>
              <a:t> </a:t>
            </a:r>
            <a:r>
              <a:rPr spc="-5" dirty="0"/>
              <a:t>AND MERGE</a:t>
            </a:r>
            <a:r>
              <a:rPr spc="40" dirty="0"/>
              <a:t> </a:t>
            </a:r>
            <a:r>
              <a:rPr spc="-5" dirty="0"/>
              <a:t>BRANCHES</a:t>
            </a:r>
            <a:r>
              <a:rPr spc="20" dirty="0"/>
              <a:t> </a:t>
            </a:r>
            <a:r>
              <a:rPr spc="-5" dirty="0"/>
              <a:t>2-3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V  </a:t>
            </a:r>
            <a:r>
              <a:rPr spc="-100" dirty="0"/>
              <a:t> </a:t>
            </a:r>
            <a:r>
              <a:rPr spc="-5" dirty="0"/>
              <a:t>1</a:t>
            </a:r>
            <a:r>
              <a:rPr spc="-45" dirty="0"/>
              <a:t> </a:t>
            </a:r>
            <a:r>
              <a:rPr spc="5" dirty="0"/>
              <a:t>.</a:t>
            </a:r>
            <a:r>
              <a:rPr spc="-45" dirty="0"/>
              <a:t> </a:t>
            </a:r>
            <a:r>
              <a:rPr spc="-5" dirty="0"/>
              <a:t>0</a:t>
            </a:r>
            <a:r>
              <a:rPr dirty="0"/>
              <a:t>  </a:t>
            </a:r>
            <a:r>
              <a:rPr spc="-114" dirty="0"/>
              <a:t> </a:t>
            </a:r>
            <a:r>
              <a:rPr spc="-5" dirty="0"/>
              <a:t>©</a:t>
            </a:r>
            <a:r>
              <a:rPr dirty="0"/>
              <a:t>  </a:t>
            </a:r>
            <a:r>
              <a:rPr spc="-95" dirty="0"/>
              <a:t> </a:t>
            </a:r>
            <a:r>
              <a:rPr spc="-70" dirty="0"/>
              <a:t>A</a:t>
            </a:r>
            <a:r>
              <a:rPr spc="-55" dirty="0"/>
              <a:t> </a:t>
            </a:r>
            <a:r>
              <a:rPr spc="-45" dirty="0"/>
              <a:t>P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5" dirty="0"/>
              <a:t>C</a:t>
            </a:r>
            <a:r>
              <a:rPr spc="-50" dirty="0"/>
              <a:t> </a:t>
            </a:r>
            <a:r>
              <a:rPr spc="-5" dirty="0"/>
              <a:t>H</a:t>
            </a:r>
            <a:r>
              <a:rPr dirty="0"/>
              <a:t>  </a:t>
            </a:r>
            <a:r>
              <a:rPr spc="-85" dirty="0"/>
              <a:t> </a:t>
            </a:r>
            <a:r>
              <a:rPr spc="-15" dirty="0"/>
              <a:t>L</a:t>
            </a:r>
            <a:r>
              <a:rPr spc="-45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spc="5" dirty="0"/>
              <a:t>M</a:t>
            </a:r>
            <a:r>
              <a:rPr spc="-50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15" dirty="0"/>
              <a:t>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9392" y="1054544"/>
            <a:ext cx="3042285" cy="940435"/>
            <a:chOff x="219392" y="1054544"/>
            <a:chExt cx="3042285" cy="940435"/>
          </a:xfrm>
        </p:grpSpPr>
        <p:sp>
          <p:nvSpPr>
            <p:cNvPr id="3" name="object 3"/>
            <p:cNvSpPr/>
            <p:nvPr/>
          </p:nvSpPr>
          <p:spPr>
            <a:xfrm>
              <a:off x="232409" y="1067562"/>
              <a:ext cx="3016250" cy="914400"/>
            </a:xfrm>
            <a:custGeom>
              <a:avLst/>
              <a:gdLst/>
              <a:ahLst/>
              <a:cxnLst/>
              <a:rect l="l" t="t" r="r" b="b"/>
              <a:pathLst>
                <a:path w="3016250" h="914400">
                  <a:moveTo>
                    <a:pt x="2558796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558796" y="914400"/>
                  </a:lnTo>
                  <a:lnTo>
                    <a:pt x="3015996" y="457200"/>
                  </a:lnTo>
                  <a:lnTo>
                    <a:pt x="2558796" y="0"/>
                  </a:lnTo>
                  <a:close/>
                </a:path>
              </a:pathLst>
            </a:custGeom>
            <a:solidFill>
              <a:srgbClr val="D7D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2409" y="1067562"/>
              <a:ext cx="3016250" cy="914400"/>
            </a:xfrm>
            <a:custGeom>
              <a:avLst/>
              <a:gdLst/>
              <a:ahLst/>
              <a:cxnLst/>
              <a:rect l="l" t="t" r="r" b="b"/>
              <a:pathLst>
                <a:path w="3016250" h="914400">
                  <a:moveTo>
                    <a:pt x="0" y="0"/>
                  </a:moveTo>
                  <a:lnTo>
                    <a:pt x="2558796" y="0"/>
                  </a:lnTo>
                  <a:lnTo>
                    <a:pt x="3015996" y="457200"/>
                  </a:lnTo>
                  <a:lnTo>
                    <a:pt x="2558796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10057" y="1309878"/>
            <a:ext cx="2526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BEBEBE"/>
                </a:solidFill>
                <a:latin typeface="Comic Sans MS"/>
                <a:cs typeface="Comic Sans MS"/>
              </a:rPr>
              <a:t>Deleting</a:t>
            </a:r>
            <a:r>
              <a:rPr sz="2400" spc="-5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BEBEBE"/>
                </a:solidFill>
                <a:latin typeface="Comic Sans MS"/>
                <a:cs typeface="Comic Sans MS"/>
              </a:rPr>
              <a:t>a</a:t>
            </a:r>
            <a:r>
              <a:rPr sz="2400" spc="-3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BEBEBE"/>
                </a:solidFill>
                <a:latin typeface="Comic Sans MS"/>
                <a:cs typeface="Comic Sans MS"/>
              </a:rPr>
              <a:t>branch</a:t>
            </a:r>
            <a:endParaRPr sz="2400">
              <a:latin typeface="Comic Sans MS"/>
              <a:cs typeface="Comic Sans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31884" y="1054544"/>
            <a:ext cx="3043555" cy="940435"/>
            <a:chOff x="2631884" y="1054544"/>
            <a:chExt cx="3043555" cy="940435"/>
          </a:xfrm>
        </p:grpSpPr>
        <p:sp>
          <p:nvSpPr>
            <p:cNvPr id="7" name="object 7"/>
            <p:cNvSpPr/>
            <p:nvPr/>
          </p:nvSpPr>
          <p:spPr>
            <a:xfrm>
              <a:off x="2644902" y="1067562"/>
              <a:ext cx="3017520" cy="914400"/>
            </a:xfrm>
            <a:custGeom>
              <a:avLst/>
              <a:gdLst/>
              <a:ahLst/>
              <a:cxnLst/>
              <a:rect l="l" t="t" r="r" b="b"/>
              <a:pathLst>
                <a:path w="3017520" h="914400">
                  <a:moveTo>
                    <a:pt x="2560320" y="0"/>
                  </a:moveTo>
                  <a:lnTo>
                    <a:pt x="0" y="0"/>
                  </a:lnTo>
                  <a:lnTo>
                    <a:pt x="457200" y="457200"/>
                  </a:lnTo>
                  <a:lnTo>
                    <a:pt x="0" y="914400"/>
                  </a:lnTo>
                  <a:lnTo>
                    <a:pt x="2560320" y="914400"/>
                  </a:lnTo>
                  <a:lnTo>
                    <a:pt x="3017520" y="457200"/>
                  </a:lnTo>
                  <a:lnTo>
                    <a:pt x="2560320" y="0"/>
                  </a:lnTo>
                  <a:close/>
                </a:path>
              </a:pathLst>
            </a:custGeom>
            <a:solidFill>
              <a:srgbClr val="D7D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44902" y="1067562"/>
              <a:ext cx="3017520" cy="914400"/>
            </a:xfrm>
            <a:custGeom>
              <a:avLst/>
              <a:gdLst/>
              <a:ahLst/>
              <a:cxnLst/>
              <a:rect l="l" t="t" r="r" b="b"/>
              <a:pathLst>
                <a:path w="3017520" h="914400">
                  <a:moveTo>
                    <a:pt x="0" y="0"/>
                  </a:moveTo>
                  <a:lnTo>
                    <a:pt x="2560320" y="0"/>
                  </a:lnTo>
                  <a:lnTo>
                    <a:pt x="3017520" y="457200"/>
                  </a:lnTo>
                  <a:lnTo>
                    <a:pt x="2560320" y="914400"/>
                  </a:lnTo>
                  <a:lnTo>
                    <a:pt x="0" y="914400"/>
                  </a:lnTo>
                  <a:lnTo>
                    <a:pt x="457200" y="45720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390391" y="1118742"/>
            <a:ext cx="1588135" cy="7727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00355" marR="5080" indent="-288290">
              <a:lnSpc>
                <a:spcPts val="3000"/>
              </a:lnSpc>
              <a:spcBef>
                <a:spcPts val="80"/>
              </a:spcBef>
            </a:pPr>
            <a:r>
              <a:rPr sz="2400" spc="-5" dirty="0">
                <a:solidFill>
                  <a:srgbClr val="BEBEBE"/>
                </a:solidFill>
                <a:latin typeface="Comic Sans MS"/>
                <a:cs typeface="Comic Sans MS"/>
              </a:rPr>
              <a:t>Renaming</a:t>
            </a:r>
            <a:r>
              <a:rPr sz="2400" spc="-10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BEBEBE"/>
                </a:solidFill>
                <a:latin typeface="Comic Sans MS"/>
                <a:cs typeface="Comic Sans MS"/>
              </a:rPr>
              <a:t>a </a:t>
            </a:r>
            <a:r>
              <a:rPr sz="2400" spc="-70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BEBEBE"/>
                </a:solidFill>
                <a:latin typeface="Comic Sans MS"/>
                <a:cs typeface="Comic Sans MS"/>
              </a:rPr>
              <a:t>Branch</a:t>
            </a:r>
            <a:endParaRPr sz="2400">
              <a:latin typeface="Comic Sans MS"/>
              <a:cs typeface="Comic Sans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045964" y="1054608"/>
            <a:ext cx="3042285" cy="940435"/>
            <a:chOff x="5045964" y="1054608"/>
            <a:chExt cx="3042285" cy="940435"/>
          </a:xfrm>
        </p:grpSpPr>
        <p:sp>
          <p:nvSpPr>
            <p:cNvPr id="11" name="object 11"/>
            <p:cNvSpPr/>
            <p:nvPr/>
          </p:nvSpPr>
          <p:spPr>
            <a:xfrm>
              <a:off x="5058918" y="1067562"/>
              <a:ext cx="3016250" cy="914400"/>
            </a:xfrm>
            <a:custGeom>
              <a:avLst/>
              <a:gdLst/>
              <a:ahLst/>
              <a:cxnLst/>
              <a:rect l="l" t="t" r="r" b="b"/>
              <a:pathLst>
                <a:path w="3016250" h="914400">
                  <a:moveTo>
                    <a:pt x="2558796" y="0"/>
                  </a:moveTo>
                  <a:lnTo>
                    <a:pt x="0" y="0"/>
                  </a:lnTo>
                  <a:lnTo>
                    <a:pt x="457200" y="457200"/>
                  </a:lnTo>
                  <a:lnTo>
                    <a:pt x="0" y="914400"/>
                  </a:lnTo>
                  <a:lnTo>
                    <a:pt x="2558796" y="914400"/>
                  </a:lnTo>
                  <a:lnTo>
                    <a:pt x="3015996" y="457200"/>
                  </a:lnTo>
                  <a:lnTo>
                    <a:pt x="2558796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58918" y="1067562"/>
              <a:ext cx="3016250" cy="914400"/>
            </a:xfrm>
            <a:custGeom>
              <a:avLst/>
              <a:gdLst/>
              <a:ahLst/>
              <a:cxnLst/>
              <a:rect l="l" t="t" r="r" b="b"/>
              <a:pathLst>
                <a:path w="3016250" h="914400">
                  <a:moveTo>
                    <a:pt x="0" y="0"/>
                  </a:moveTo>
                  <a:lnTo>
                    <a:pt x="2558796" y="0"/>
                  </a:lnTo>
                  <a:lnTo>
                    <a:pt x="3015996" y="457200"/>
                  </a:lnTo>
                  <a:lnTo>
                    <a:pt x="2558796" y="914400"/>
                  </a:lnTo>
                  <a:lnTo>
                    <a:pt x="0" y="914400"/>
                  </a:lnTo>
                  <a:lnTo>
                    <a:pt x="457200" y="45720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887339" y="1118742"/>
            <a:ext cx="1422400" cy="7727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16535" marR="5080" indent="-204470">
              <a:lnSpc>
                <a:spcPts val="3000"/>
              </a:lnSpc>
              <a:spcBef>
                <a:spcPts val="80"/>
              </a:spcBef>
            </a:pPr>
            <a:r>
              <a:rPr sz="2400" spc="-5" dirty="0">
                <a:solidFill>
                  <a:srgbClr val="FFFFFF"/>
                </a:solidFill>
                <a:latin typeface="Comic Sans MS"/>
                <a:cs typeface="Comic Sans MS"/>
              </a:rPr>
              <a:t>Merging</a:t>
            </a:r>
            <a:r>
              <a:rPr sz="2400" spc="-9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FFFF"/>
                </a:solidFill>
                <a:latin typeface="Comic Sans MS"/>
                <a:cs typeface="Comic Sans MS"/>
              </a:rPr>
              <a:t>a </a:t>
            </a:r>
            <a:r>
              <a:rPr sz="2400" spc="-70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mic Sans MS"/>
                <a:cs typeface="Comic Sans MS"/>
              </a:rPr>
              <a:t>Branch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38400"/>
            <a:ext cx="4576572" cy="24384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882644" y="3145916"/>
            <a:ext cx="11163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333333"/>
                </a:solidFill>
                <a:latin typeface="Comic Sans MS"/>
                <a:cs typeface="Comic Sans MS"/>
              </a:rPr>
              <a:t>Invoke </a:t>
            </a:r>
            <a:r>
              <a:rPr sz="1800" b="1" dirty="0">
                <a:solidFill>
                  <a:srgbClr val="333333"/>
                </a:solidFill>
                <a:latin typeface="Comic Sans MS"/>
                <a:cs typeface="Comic Sans MS"/>
              </a:rPr>
              <a:t> Git</a:t>
            </a:r>
            <a:r>
              <a:rPr sz="1800" b="1" spc="-9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333333"/>
                </a:solidFill>
                <a:latin typeface="Comic Sans MS"/>
                <a:cs typeface="Comic Sans MS"/>
              </a:rPr>
              <a:t>merge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0600" y="2057400"/>
            <a:ext cx="4343400" cy="2743200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803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DELETE,</a:t>
            </a:r>
            <a:r>
              <a:rPr spc="5" dirty="0"/>
              <a:t> </a:t>
            </a:r>
            <a:r>
              <a:rPr spc="-10" dirty="0"/>
              <a:t>RENAME,</a:t>
            </a:r>
            <a:r>
              <a:rPr spc="20" dirty="0"/>
              <a:t> </a:t>
            </a:r>
            <a:r>
              <a:rPr spc="-5" dirty="0"/>
              <a:t>AND MERGE</a:t>
            </a:r>
            <a:r>
              <a:rPr spc="5" dirty="0"/>
              <a:t> </a:t>
            </a:r>
            <a:r>
              <a:rPr spc="-5" dirty="0"/>
              <a:t>BRANCHES</a:t>
            </a:r>
            <a:r>
              <a:rPr spc="20" dirty="0"/>
              <a:t> </a:t>
            </a:r>
            <a:r>
              <a:rPr spc="5" dirty="0"/>
              <a:t>3-3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V  </a:t>
            </a:r>
            <a:r>
              <a:rPr spc="-100" dirty="0"/>
              <a:t> </a:t>
            </a:r>
            <a:r>
              <a:rPr spc="-5" dirty="0"/>
              <a:t>1</a:t>
            </a:r>
            <a:r>
              <a:rPr spc="-45" dirty="0"/>
              <a:t> </a:t>
            </a:r>
            <a:r>
              <a:rPr spc="5" dirty="0"/>
              <a:t>.</a:t>
            </a:r>
            <a:r>
              <a:rPr spc="-45" dirty="0"/>
              <a:t> </a:t>
            </a:r>
            <a:r>
              <a:rPr spc="-5" dirty="0"/>
              <a:t>0</a:t>
            </a:r>
            <a:r>
              <a:rPr dirty="0"/>
              <a:t>  </a:t>
            </a:r>
            <a:r>
              <a:rPr spc="-114" dirty="0"/>
              <a:t> </a:t>
            </a:r>
            <a:r>
              <a:rPr spc="-5" dirty="0"/>
              <a:t>©</a:t>
            </a:r>
            <a:r>
              <a:rPr dirty="0"/>
              <a:t>  </a:t>
            </a:r>
            <a:r>
              <a:rPr spc="-95" dirty="0"/>
              <a:t> </a:t>
            </a:r>
            <a:r>
              <a:rPr spc="-70" dirty="0"/>
              <a:t>A</a:t>
            </a:r>
            <a:r>
              <a:rPr spc="-55" dirty="0"/>
              <a:t> </a:t>
            </a:r>
            <a:r>
              <a:rPr spc="-45" dirty="0"/>
              <a:t>P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5" dirty="0"/>
              <a:t>C</a:t>
            </a:r>
            <a:r>
              <a:rPr spc="-50" dirty="0"/>
              <a:t> </a:t>
            </a:r>
            <a:r>
              <a:rPr spc="-5" dirty="0"/>
              <a:t>H</a:t>
            </a:r>
            <a:r>
              <a:rPr dirty="0"/>
              <a:t>  </a:t>
            </a:r>
            <a:r>
              <a:rPr spc="-85" dirty="0"/>
              <a:t> </a:t>
            </a:r>
            <a:r>
              <a:rPr spc="-15" dirty="0"/>
              <a:t>L</a:t>
            </a:r>
            <a:r>
              <a:rPr spc="-45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spc="5" dirty="0"/>
              <a:t>M</a:t>
            </a:r>
            <a:r>
              <a:rPr spc="-50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15" dirty="0"/>
              <a:t>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395986"/>
            <a:ext cx="34417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MERGE</a:t>
            </a:r>
            <a:r>
              <a:rPr spc="-30" dirty="0"/>
              <a:t> </a:t>
            </a:r>
            <a:r>
              <a:rPr spc="-10" dirty="0"/>
              <a:t>CONFLICTS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295400"/>
            <a:ext cx="6752844" cy="25344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V  </a:t>
            </a:r>
            <a:r>
              <a:rPr spc="-100" dirty="0"/>
              <a:t> </a:t>
            </a:r>
            <a:r>
              <a:rPr spc="-5" dirty="0"/>
              <a:t>1</a:t>
            </a:r>
            <a:r>
              <a:rPr spc="-45" dirty="0"/>
              <a:t> </a:t>
            </a:r>
            <a:r>
              <a:rPr spc="5" dirty="0"/>
              <a:t>.</a:t>
            </a:r>
            <a:r>
              <a:rPr spc="-45" dirty="0"/>
              <a:t> </a:t>
            </a:r>
            <a:r>
              <a:rPr spc="-5" dirty="0"/>
              <a:t>0</a:t>
            </a:r>
            <a:r>
              <a:rPr dirty="0"/>
              <a:t>  </a:t>
            </a:r>
            <a:r>
              <a:rPr spc="-114" dirty="0"/>
              <a:t> </a:t>
            </a:r>
            <a:r>
              <a:rPr spc="-5" dirty="0"/>
              <a:t>©</a:t>
            </a:r>
            <a:r>
              <a:rPr dirty="0"/>
              <a:t>  </a:t>
            </a:r>
            <a:r>
              <a:rPr spc="-95" dirty="0"/>
              <a:t> </a:t>
            </a:r>
            <a:r>
              <a:rPr spc="-70" dirty="0"/>
              <a:t>A</a:t>
            </a:r>
            <a:r>
              <a:rPr spc="-55" dirty="0"/>
              <a:t> </a:t>
            </a:r>
            <a:r>
              <a:rPr spc="-45" dirty="0"/>
              <a:t>P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5" dirty="0"/>
              <a:t>C</a:t>
            </a:r>
            <a:r>
              <a:rPr spc="-50" dirty="0"/>
              <a:t> </a:t>
            </a:r>
            <a:r>
              <a:rPr spc="-5" dirty="0"/>
              <a:t>H</a:t>
            </a:r>
            <a:r>
              <a:rPr dirty="0"/>
              <a:t>  </a:t>
            </a:r>
            <a:r>
              <a:rPr spc="-85" dirty="0"/>
              <a:t> </a:t>
            </a:r>
            <a:r>
              <a:rPr spc="-15" dirty="0"/>
              <a:t>L</a:t>
            </a:r>
            <a:r>
              <a:rPr spc="-45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spc="5" dirty="0"/>
              <a:t>M</a:t>
            </a:r>
            <a:r>
              <a:rPr spc="-50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15" dirty="0"/>
              <a:t>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395986"/>
            <a:ext cx="186943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</a:t>
            </a:r>
            <a:r>
              <a:rPr spc="-5" dirty="0"/>
              <a:t>UMMARY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V  </a:t>
            </a:r>
            <a:r>
              <a:rPr spc="-100" dirty="0"/>
              <a:t> </a:t>
            </a:r>
            <a:r>
              <a:rPr spc="-5" dirty="0"/>
              <a:t>1</a:t>
            </a:r>
            <a:r>
              <a:rPr spc="-45" dirty="0"/>
              <a:t> </a:t>
            </a:r>
            <a:r>
              <a:rPr spc="5" dirty="0"/>
              <a:t>.</a:t>
            </a:r>
            <a:r>
              <a:rPr spc="-45" dirty="0"/>
              <a:t> </a:t>
            </a:r>
            <a:r>
              <a:rPr spc="-5" dirty="0"/>
              <a:t>0</a:t>
            </a:r>
            <a:r>
              <a:rPr dirty="0"/>
              <a:t>  </a:t>
            </a:r>
            <a:r>
              <a:rPr spc="-114" dirty="0"/>
              <a:t> </a:t>
            </a:r>
            <a:r>
              <a:rPr spc="-5" dirty="0"/>
              <a:t>©</a:t>
            </a:r>
            <a:r>
              <a:rPr dirty="0"/>
              <a:t>  </a:t>
            </a:r>
            <a:r>
              <a:rPr spc="-95" dirty="0"/>
              <a:t> </a:t>
            </a:r>
            <a:r>
              <a:rPr spc="-70" dirty="0"/>
              <a:t>A</a:t>
            </a:r>
            <a:r>
              <a:rPr spc="-55" dirty="0"/>
              <a:t> </a:t>
            </a:r>
            <a:r>
              <a:rPr spc="-45" dirty="0"/>
              <a:t>P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5" dirty="0"/>
              <a:t>C</a:t>
            </a:r>
            <a:r>
              <a:rPr spc="-50" dirty="0"/>
              <a:t> </a:t>
            </a:r>
            <a:r>
              <a:rPr spc="-5" dirty="0"/>
              <a:t>H</a:t>
            </a:r>
            <a:r>
              <a:rPr dirty="0"/>
              <a:t>  </a:t>
            </a:r>
            <a:r>
              <a:rPr spc="-85" dirty="0"/>
              <a:t> </a:t>
            </a:r>
            <a:r>
              <a:rPr spc="-15" dirty="0"/>
              <a:t>L</a:t>
            </a:r>
            <a:r>
              <a:rPr spc="-45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spc="5" dirty="0"/>
              <a:t>M</a:t>
            </a:r>
            <a:r>
              <a:rPr spc="-50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15" dirty="0"/>
              <a:t>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/>
              <a:t>Git</a:t>
            </a:r>
            <a:r>
              <a:rPr spc="-15" dirty="0"/>
              <a:t> </a:t>
            </a:r>
            <a:r>
              <a:rPr spc="-5" dirty="0"/>
              <a:t>enables</a:t>
            </a:r>
            <a:r>
              <a:rPr spc="10" dirty="0"/>
              <a:t> </a:t>
            </a:r>
            <a:r>
              <a:rPr dirty="0"/>
              <a:t>you</a:t>
            </a:r>
            <a:r>
              <a:rPr spc="-25" dirty="0"/>
              <a:t> </a:t>
            </a:r>
            <a:r>
              <a:rPr spc="-5" dirty="0"/>
              <a:t>to create</a:t>
            </a:r>
            <a:r>
              <a:rPr spc="10" dirty="0"/>
              <a:t> </a:t>
            </a:r>
            <a:r>
              <a:rPr spc="-5" dirty="0"/>
              <a:t>branches</a:t>
            </a:r>
            <a:r>
              <a:rPr spc="20" dirty="0"/>
              <a:t> </a:t>
            </a:r>
            <a:r>
              <a:rPr dirty="0"/>
              <a:t>easilyin</a:t>
            </a:r>
            <a:r>
              <a:rPr spc="-10" dirty="0"/>
              <a:t> </a:t>
            </a:r>
            <a:r>
              <a:rPr dirty="0"/>
              <a:t>GIT</a:t>
            </a:r>
          </a:p>
          <a:p>
            <a:pPr marL="354965" indent="-342900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/>
              <a:t>You</a:t>
            </a:r>
            <a:r>
              <a:rPr spc="-20" dirty="0"/>
              <a:t> </a:t>
            </a:r>
            <a:r>
              <a:rPr dirty="0"/>
              <a:t>can</a:t>
            </a:r>
            <a:r>
              <a:rPr spc="-5" dirty="0"/>
              <a:t> delete,</a:t>
            </a:r>
            <a:r>
              <a:rPr dirty="0"/>
              <a:t> modify,</a:t>
            </a:r>
            <a:r>
              <a:rPr spc="-45" dirty="0"/>
              <a:t> </a:t>
            </a:r>
            <a:r>
              <a:rPr spc="-5" dirty="0"/>
              <a:t>and rename</a:t>
            </a:r>
            <a:r>
              <a:rPr spc="35" dirty="0"/>
              <a:t> </a:t>
            </a:r>
            <a:r>
              <a:rPr spc="-5" dirty="0"/>
              <a:t>branches</a:t>
            </a:r>
          </a:p>
          <a:p>
            <a:pPr marL="643255" lvl="1" indent="-165100">
              <a:lnSpc>
                <a:spcPct val="100000"/>
              </a:lnSpc>
              <a:spcBef>
                <a:spcPts val="320"/>
              </a:spcBef>
              <a:buClr>
                <a:srgbClr val="9B2C1F"/>
              </a:buClr>
              <a:buFont typeface="Arial MT"/>
              <a:buChar char="•"/>
              <a:tabLst>
                <a:tab pos="643890" algn="l"/>
              </a:tabLst>
            </a:pPr>
            <a:r>
              <a:rPr sz="1600" spc="-10" dirty="0">
                <a:latin typeface="Comic Sans MS"/>
                <a:cs typeface="Comic Sans MS"/>
              </a:rPr>
              <a:t>Commands</a:t>
            </a:r>
            <a:endParaRPr sz="1600">
              <a:latin typeface="Comic Sans MS"/>
              <a:cs typeface="Comic Sans MS"/>
            </a:endParaRPr>
          </a:p>
          <a:p>
            <a:pPr marL="643255" lvl="1" indent="-165100">
              <a:lnSpc>
                <a:spcPct val="100000"/>
              </a:lnSpc>
              <a:spcBef>
                <a:spcPts val="300"/>
              </a:spcBef>
              <a:buClr>
                <a:srgbClr val="9B2C1F"/>
              </a:buClr>
              <a:buFont typeface="Arial MT"/>
              <a:buChar char="•"/>
              <a:tabLst>
                <a:tab pos="643890" algn="l"/>
              </a:tabLst>
            </a:pPr>
            <a:r>
              <a:rPr sz="1600" spc="-5" dirty="0">
                <a:latin typeface="Comic Sans MS"/>
                <a:cs typeface="Comic Sans MS"/>
              </a:rPr>
              <a:t>Concepts</a:t>
            </a:r>
            <a:endParaRPr sz="1600">
              <a:latin typeface="Comic Sans MS"/>
              <a:cs typeface="Comic Sans MS"/>
            </a:endParaRPr>
          </a:p>
          <a:p>
            <a:pPr marL="354965" indent="-342900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Merging</a:t>
            </a:r>
            <a:r>
              <a:rPr spc="-10" dirty="0"/>
              <a:t> </a:t>
            </a:r>
            <a:r>
              <a:rPr spc="-5" dirty="0"/>
              <a:t>branches</a:t>
            </a:r>
            <a:r>
              <a:rPr spc="15" dirty="0"/>
              <a:t> </a:t>
            </a:r>
            <a:r>
              <a:rPr spc="-5" dirty="0"/>
              <a:t>is</a:t>
            </a:r>
            <a:r>
              <a:rPr spc="5" dirty="0"/>
              <a:t> </a:t>
            </a:r>
            <a:r>
              <a:rPr spc="-5" dirty="0"/>
              <a:t>easier</a:t>
            </a:r>
            <a:r>
              <a:rPr spc="10" dirty="0"/>
              <a:t> </a:t>
            </a:r>
            <a:r>
              <a:rPr spc="-5" dirty="0"/>
              <a:t>in</a:t>
            </a:r>
            <a:r>
              <a:rPr dirty="0"/>
              <a:t> GIT</a:t>
            </a:r>
          </a:p>
          <a:p>
            <a:pPr marL="354965" indent="-34290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Merge</a:t>
            </a:r>
            <a:r>
              <a:rPr dirty="0"/>
              <a:t> conflicts</a:t>
            </a:r>
            <a:r>
              <a:rPr spc="-50" dirty="0"/>
              <a:t> </a:t>
            </a:r>
            <a:r>
              <a:rPr dirty="0"/>
              <a:t>can</a:t>
            </a:r>
            <a:r>
              <a:rPr spc="-10" dirty="0"/>
              <a:t> </a:t>
            </a:r>
            <a:r>
              <a:rPr spc="-5" dirty="0"/>
              <a:t>be</a:t>
            </a:r>
            <a:r>
              <a:rPr spc="-15" dirty="0"/>
              <a:t> </a:t>
            </a:r>
            <a:r>
              <a:rPr dirty="0"/>
              <a:t>avoided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339</Words>
  <Application>Microsoft Office PowerPoint</Application>
  <PresentationFormat>On-screen Show (4:3)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 MT</vt:lpstr>
      <vt:lpstr>Calibri</vt:lpstr>
      <vt:lpstr>Comic Sans MS</vt:lpstr>
      <vt:lpstr>Courier New</vt:lpstr>
      <vt:lpstr>Franklin Gothic Medium</vt:lpstr>
      <vt:lpstr>Times New Roman</vt:lpstr>
      <vt:lpstr>Office Theme</vt:lpstr>
      <vt:lpstr>PowerPoint Presentation</vt:lpstr>
      <vt:lpstr>OBJECTIVES</vt:lpstr>
      <vt:lpstr>BASIC BRANCHING AND MERGING</vt:lpstr>
      <vt:lpstr>CREATING A NEW BRANCH</vt:lpstr>
      <vt:lpstr>DELETE, RENAME, AND MERGE BRANCHES 1-3</vt:lpstr>
      <vt:lpstr>DELETE, RENAME, AND MERGE BRANCHES 2-3</vt:lpstr>
      <vt:lpstr>DELETE, RENAME, AND MERGE BRANCHES 3-3</vt:lpstr>
      <vt:lpstr>MERGE CONFLICTS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Fariha Shafiq</cp:lastModifiedBy>
  <cp:revision>1</cp:revision>
  <dcterms:created xsi:type="dcterms:W3CDTF">2023-08-18T03:59:39Z</dcterms:created>
  <dcterms:modified xsi:type="dcterms:W3CDTF">2025-10-21T09:06:14Z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2023-08-18T00:00:00Z</vt:filetime>
  </property>
</Properties>
</file>