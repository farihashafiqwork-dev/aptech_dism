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  <p:sldId id="267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8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659BF-839E-4EFE-B576-2C22ECAFEBCA}" type="datetimeFigureOut">
              <a:rPr lang="en-US" smtClean="0"/>
              <a:t>12/10/2015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41F12-8546-4499-A905-2ED07D6CD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D6D8-A67D-4001-8D81-704CC62FFCA4}" type="datetime1">
              <a:rPr lang="en-US" smtClean="0"/>
              <a:t>12/10/2015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1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65213-94A5-4A53-B06F-F6A34AA5FA24}" type="datetime1">
              <a:rPr lang="en-US" smtClean="0"/>
              <a:t>12/10/2015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2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F8CCC-E68E-4070-895E-CB8171629916}" type="datetime1">
              <a:rPr lang="en-US" smtClean="0"/>
              <a:t>12/10/2015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6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EC53-28BF-43F2-BA5D-BE11FFBEA750}" type="datetime1">
              <a:rPr lang="en-US" smtClean="0"/>
              <a:t>12/10/2015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1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8F10-0BAB-4B9C-8E11-91782A057C53}" type="datetime1">
              <a:rPr lang="en-US" smtClean="0"/>
              <a:t>12/10/2015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8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AF7BF-1AFD-4B02-B52B-FEF16CBB09F2}" type="datetime1">
              <a:rPr lang="en-US" smtClean="0"/>
              <a:t>12/10/2015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7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119B-54E6-4BE4-9867-3AFF7249DD34}" type="datetime1">
              <a:rPr lang="en-US" smtClean="0"/>
              <a:t>12/10/2015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5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AFC9A-1AAC-42D3-9248-F2163FDC960A}" type="datetime1">
              <a:rPr lang="en-US" smtClean="0"/>
              <a:t>12/10/2015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7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7325-A4DD-4064-930B-A5E86741E392}" type="datetime1">
              <a:rPr lang="en-US" smtClean="0"/>
              <a:t>12/10/2015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0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F30E-EF69-4C5E-BD31-52BC8A5FAB36}" type="datetime1">
              <a:rPr lang="en-US" smtClean="0"/>
              <a:t>12/10/2015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12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3B62-20E7-489B-A02A-E3045B032F3F}" type="datetime1">
              <a:rPr lang="en-US" smtClean="0"/>
              <a:t>12/10/2015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93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19406-734C-498D-8D69-7ED5BB8E97F2}" type="datetime1">
              <a:rPr lang="en-US" smtClean="0"/>
              <a:t>12/10/2015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DF2BD-D412-4365-A628-E6AE6E78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1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Normalization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7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Normalization is the process of structuring the data in a table to minimize duplication and inconsistency. </a:t>
            </a:r>
          </a:p>
          <a:p>
            <a:r>
              <a:rPr lang="en-US" dirty="0" smtClean="0"/>
              <a:t>You must understand the following terms before normalizing a database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Entity - represents an object about which you want to store the information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Attributes - represents the component of entity type or identifying qualities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Domain –defines the range</a:t>
            </a:r>
            <a:r>
              <a:rPr lang="en-US" dirty="0"/>
              <a:t> </a:t>
            </a:r>
            <a:r>
              <a:rPr lang="en-US" dirty="0" smtClean="0"/>
              <a:t>for the attributes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Relationship - represents association between entities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3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UnNormalization</a:t>
            </a:r>
            <a:endParaRPr lang="en-US" dirty="0"/>
          </a:p>
        </p:txBody>
      </p:sp>
      <p:pic>
        <p:nvPicPr>
          <p:cNvPr id="1026" name="Picture 2" descr="C:\Users\mariumyounus\Desktop\Untitled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8229599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8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	entity is</a:t>
            </a:r>
            <a:r>
              <a:rPr lang="en-US" dirty="0"/>
              <a:t> </a:t>
            </a:r>
            <a:r>
              <a:rPr lang="en-US" dirty="0" smtClean="0"/>
              <a:t>said</a:t>
            </a:r>
            <a:r>
              <a:rPr lang="en-US" dirty="0"/>
              <a:t> </a:t>
            </a:r>
            <a:r>
              <a:rPr lang="en-US" dirty="0" smtClean="0"/>
              <a:t>to</a:t>
            </a:r>
            <a:r>
              <a:rPr lang="en-US" dirty="0"/>
              <a:t> </a:t>
            </a:r>
            <a:r>
              <a:rPr lang="en-US" dirty="0" smtClean="0"/>
              <a:t>be</a:t>
            </a:r>
            <a:r>
              <a:rPr lang="en-US" dirty="0"/>
              <a:t> </a:t>
            </a:r>
            <a:r>
              <a:rPr lang="en-US" dirty="0" smtClean="0"/>
              <a:t>in</a:t>
            </a:r>
            <a:r>
              <a:rPr lang="en-US" dirty="0"/>
              <a:t> </a:t>
            </a:r>
            <a:r>
              <a:rPr lang="en-US" dirty="0" smtClean="0"/>
              <a:t>the first normal form, if all</a:t>
            </a:r>
            <a:r>
              <a:rPr lang="en-US" dirty="0"/>
              <a:t> </a:t>
            </a:r>
            <a:r>
              <a:rPr lang="en-US" dirty="0" smtClean="0"/>
              <a:t>the</a:t>
            </a:r>
            <a:r>
              <a:rPr lang="en-US" dirty="0"/>
              <a:t> </a:t>
            </a:r>
            <a:r>
              <a:rPr lang="en-US" dirty="0" smtClean="0"/>
              <a:t>attributes</a:t>
            </a:r>
            <a:r>
              <a:rPr lang="en-US" dirty="0"/>
              <a:t> </a:t>
            </a:r>
            <a:r>
              <a:rPr lang="en-US" dirty="0" smtClean="0"/>
              <a:t>are</a:t>
            </a:r>
            <a:r>
              <a:rPr lang="en-US" dirty="0"/>
              <a:t> </a:t>
            </a:r>
            <a:r>
              <a:rPr lang="en-US" dirty="0" smtClean="0"/>
              <a:t>single</a:t>
            </a:r>
            <a:r>
              <a:rPr lang="en-US" dirty="0"/>
              <a:t> </a:t>
            </a:r>
            <a:r>
              <a:rPr lang="en-US" dirty="0" smtClean="0"/>
              <a:t>valued.	In other words, there should not be any    repeating attributes.</a:t>
            </a:r>
          </a:p>
          <a:p>
            <a:endParaRPr lang="en-US" dirty="0"/>
          </a:p>
        </p:txBody>
      </p:sp>
      <p:pic>
        <p:nvPicPr>
          <p:cNvPr id="2050" name="Picture 2" descr="C:\Users\mariumyounus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81400"/>
            <a:ext cx="73152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7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An	entity is</a:t>
            </a:r>
            <a:r>
              <a:rPr lang="en-US" dirty="0"/>
              <a:t> </a:t>
            </a:r>
            <a:r>
              <a:rPr lang="en-US" dirty="0" smtClean="0"/>
              <a:t>said</a:t>
            </a:r>
            <a:r>
              <a:rPr lang="en-US" dirty="0"/>
              <a:t> </a:t>
            </a:r>
            <a:r>
              <a:rPr lang="en-US" dirty="0" smtClean="0"/>
              <a:t>to</a:t>
            </a:r>
            <a:r>
              <a:rPr lang="en-US" dirty="0"/>
              <a:t> </a:t>
            </a:r>
            <a:r>
              <a:rPr lang="en-US" dirty="0" smtClean="0"/>
              <a:t>be</a:t>
            </a:r>
            <a:r>
              <a:rPr lang="en-US" dirty="0"/>
              <a:t> </a:t>
            </a:r>
            <a:r>
              <a:rPr lang="en-US" dirty="0" smtClean="0"/>
              <a:t>in	the second	normal form, if</a:t>
            </a:r>
            <a:r>
              <a:rPr lang="en-US" dirty="0"/>
              <a:t> </a:t>
            </a:r>
            <a:r>
              <a:rPr lang="en-US" dirty="0" smtClean="0"/>
              <a:t>it</a:t>
            </a:r>
            <a:r>
              <a:rPr lang="en-US" dirty="0"/>
              <a:t> </a:t>
            </a:r>
            <a:r>
              <a:rPr lang="en-US" dirty="0" smtClean="0"/>
              <a:t>is</a:t>
            </a:r>
            <a:r>
              <a:rPr lang="en-US" dirty="0"/>
              <a:t> </a:t>
            </a:r>
            <a:r>
              <a:rPr lang="en-US" dirty="0" smtClean="0"/>
              <a:t>in	the</a:t>
            </a:r>
            <a:r>
              <a:rPr lang="en-US" dirty="0"/>
              <a:t> </a:t>
            </a:r>
            <a:r>
              <a:rPr lang="en-US" dirty="0" smtClean="0"/>
              <a:t>first</a:t>
            </a:r>
            <a:r>
              <a:rPr lang="en-US" dirty="0"/>
              <a:t> </a:t>
            </a:r>
            <a:r>
              <a:rPr lang="en-US" dirty="0" smtClean="0"/>
              <a:t>normal	form	and	all non</a:t>
            </a:r>
            <a:r>
              <a:rPr lang="en-US" dirty="0"/>
              <a:t> </a:t>
            </a:r>
            <a:r>
              <a:rPr lang="en-US" dirty="0" smtClean="0"/>
              <a:t>key	attributes	entirely depend on the unique identifier</a:t>
            </a:r>
            <a:r>
              <a:rPr lang="en-US" dirty="0"/>
              <a:t> </a:t>
            </a:r>
            <a:r>
              <a:rPr lang="en-US" dirty="0" smtClean="0"/>
              <a:t>of</a:t>
            </a:r>
            <a:r>
              <a:rPr lang="en-US" dirty="0"/>
              <a:t> </a:t>
            </a:r>
            <a:r>
              <a:rPr lang="en-US" dirty="0" smtClean="0"/>
              <a:t>the	entity</a:t>
            </a:r>
          </a:p>
          <a:p>
            <a:pPr algn="just"/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After normalizing the sample table using the first normal form, the value for D_NO repeats several times. Also, the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field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D_NAME depends only on the D_NO field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which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is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part of the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primary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key and not the entire primary key. Therefore, you will apply the second normal form and split the tables, as shown in tables.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8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2NF</a:t>
            </a:r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76388"/>
            <a:ext cx="7543800" cy="467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entity is said to be in the third normal form, if it is already in the second normal form and no  non-identifying attributes are dependent on any other non-identifying attributes.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8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38200"/>
            <a:ext cx="7620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5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</a:t>
            </a: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3200400"/>
            <a:ext cx="7239000" cy="308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71600"/>
            <a:ext cx="5486400" cy="1704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7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Boyce-</a:t>
            </a:r>
            <a:r>
              <a:rPr lang="en-US" dirty="0" err="1"/>
              <a:t>Codd</a:t>
            </a:r>
            <a:r>
              <a:rPr lang="en-US" dirty="0"/>
              <a:t> Normal Form or </a:t>
            </a:r>
            <a:r>
              <a:rPr lang="en-US" dirty="0" smtClean="0"/>
              <a:t>BCNF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An </a:t>
            </a:r>
            <a:r>
              <a:rPr lang="en-US" dirty="0"/>
              <a:t>entity is said to be in the Boyce-</a:t>
            </a:r>
            <a:r>
              <a:rPr lang="en-US" dirty="0" err="1"/>
              <a:t>Codd</a:t>
            </a:r>
            <a:r>
              <a:rPr lang="en-US" dirty="0"/>
              <a:t> normal form, if it is already in the third normal form and contains	only	one	unique	identifier.</a:t>
            </a:r>
          </a:p>
          <a:p>
            <a:pPr marL="0" indent="0">
              <a:buNone/>
            </a:pPr>
            <a:r>
              <a:rPr lang="en-US" dirty="0"/>
              <a:t>The tables in the earlier example are already in the Boyce-</a:t>
            </a:r>
            <a:r>
              <a:rPr lang="en-US" dirty="0" err="1"/>
              <a:t>Codd</a:t>
            </a:r>
            <a:r>
              <a:rPr lang="en-US" dirty="0"/>
              <a:t> normal form.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7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SQL Queries Using MySQL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 Describe the commands to view and alter a database.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Explain </a:t>
            </a:r>
            <a:r>
              <a:rPr lang="en-US" dirty="0"/>
              <a:t>the commands to retrieve data from a table.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Describe the commands to modify the table definitions.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Describe </a:t>
            </a:r>
            <a:r>
              <a:rPr lang="en-US" dirty="0"/>
              <a:t>the commands to delete the table definitions.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3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Viewing Information about Databases on the File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SHOW </a:t>
            </a:r>
            <a:r>
              <a:rPr lang="en-US" dirty="0" smtClean="0"/>
              <a:t>DATABASES 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SHOW	</a:t>
            </a:r>
            <a:r>
              <a:rPr lang="en-US" dirty="0" smtClean="0"/>
              <a:t>–displays the object specified in the</a:t>
            </a:r>
            <a:r>
              <a:rPr lang="en-US" dirty="0"/>
              <a:t>	</a:t>
            </a:r>
            <a:r>
              <a:rPr lang="en-US" dirty="0" smtClean="0"/>
              <a:t>clause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DATABASES – displays the databases present in the instance of MySQL 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Like Clause: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SHOW DATABASES [LIKE &lt;condition&gt;]; </a:t>
            </a:r>
            <a:r>
              <a:rPr lang="en-US" dirty="0" smtClean="0"/>
              <a:t>(general </a:t>
            </a:r>
            <a:r>
              <a:rPr lang="en-US" dirty="0" err="1" smtClean="0"/>
              <a:t>formate</a:t>
            </a:r>
            <a:r>
              <a:rPr lang="en-US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To </a:t>
            </a:r>
            <a:r>
              <a:rPr lang="en-US" dirty="0"/>
              <a:t>view a list of tables in a database, use the following </a:t>
            </a:r>
            <a:r>
              <a:rPr lang="en-US" dirty="0" smtClean="0"/>
              <a:t>syntax: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SHOW TABLES [FROM </a:t>
            </a:r>
            <a:r>
              <a:rPr lang="en-US" dirty="0" err="1"/>
              <a:t>database_name</a:t>
            </a:r>
            <a:r>
              <a:rPr lang="en-US" dirty="0"/>
              <a:t>] [LIKE &lt;condition&gt;];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2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Continue----------- </a:t>
            </a:r>
            <a:r>
              <a:rPr lang="en-US" dirty="0"/>
              <a:t>book page no 140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F2BD-D412-4365-A628-E6AE6E7823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7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61</TotalTime>
  <Words>227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Normalization</vt:lpstr>
      <vt:lpstr>Normalization</vt:lpstr>
      <vt:lpstr>UnNormalization</vt:lpstr>
      <vt:lpstr>1NF</vt:lpstr>
      <vt:lpstr>2NF</vt:lpstr>
      <vt:lpstr>2NF</vt:lpstr>
      <vt:lpstr>3NF</vt:lpstr>
      <vt:lpstr>PowerPoint Presentation</vt:lpstr>
      <vt:lpstr>Final</vt:lpstr>
      <vt:lpstr> Boyce-Codd Normal Form or BCNF</vt:lpstr>
      <vt:lpstr>Implementing SQL Queries Using MySQL </vt:lpstr>
      <vt:lpstr> Viewing Information about Databases on the File System</vt:lpstr>
      <vt:lpstr> Continue----------- book page no 140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</dc:title>
  <dc:creator>mariumyounus</dc:creator>
  <cp:lastModifiedBy>mariumyounus</cp:lastModifiedBy>
  <cp:revision>38</cp:revision>
  <dcterms:created xsi:type="dcterms:W3CDTF">2015-09-09T06:39:08Z</dcterms:created>
  <dcterms:modified xsi:type="dcterms:W3CDTF">2015-12-10T06:06:03Z</dcterms:modified>
</cp:coreProperties>
</file>