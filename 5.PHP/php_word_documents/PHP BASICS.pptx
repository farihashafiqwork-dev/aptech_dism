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21131"/>
            <a:ext cx="16230600" cy="213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93"/>
              </a:lnSpc>
              <a:spcBef>
                <a:spcPct val="0"/>
              </a:spcBef>
            </a:pPr>
            <a:r>
              <a:rPr lang="en-US" sz="118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BASICS OF PHP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0706" y="1938883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PHP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0706" y="3538566"/>
            <a:ext cx="11356833" cy="367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is PHP?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stands for "Hypertext Preprocessor."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It's a server-side scripting language used primarily for web development.</a:t>
            </a:r>
          </a:p>
          <a:p>
            <a:pPr algn="l" marL="652990" indent="-326495" lvl="1">
              <a:lnSpc>
                <a:spcPts val="4234"/>
              </a:lnSpc>
              <a:spcBef>
                <a:spcPct val="0"/>
              </a:spcBef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Open-source and widely used for dynamic content, database interaction, and more.</a:t>
            </a: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0706" y="1938883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SYNTAX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0706" y="3538566"/>
            <a:ext cx="11356833" cy="210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Script Structure</a:t>
            </a:r>
          </a:p>
          <a:p>
            <a:pPr algn="l" marL="652990" indent="-326495" lvl="1">
              <a:lnSpc>
                <a:spcPts val="4234"/>
              </a:lnSpc>
              <a:spcBef>
                <a:spcPct val="0"/>
              </a:spcBef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</a:t>
            </a: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code is embedded within HTML using &lt;?php ?&gt; tags.</a:t>
            </a: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180618" y="5129241"/>
            <a:ext cx="12757858" cy="161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&lt;?php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echo "Hello, World!";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?&gt;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0706" y="1938883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DATA TYPES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0706" y="3538566"/>
            <a:ext cx="11356833" cy="471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String: Text, e.g., "Hello"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Integer: Whole numbers, e.g., 5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Float</a:t>
            </a: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(Double): Decimal numbers, e.g., 3.14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Boolean: true or false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Array: Collection of values, e.g., [1, 2, 3]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Object: Instances of classes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NULL: Variable with no value</a:t>
            </a: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0706" y="1938883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VARIABLES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0706" y="3538566"/>
            <a:ext cx="11356833" cy="210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 symbol followed by the name: $variableName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Variables are case-sensitive</a:t>
            </a: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09289" y="4888921"/>
            <a:ext cx="4357836" cy="108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           </a:t>
            </a: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$name = "John"; 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$age = 25;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0706" y="1938883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 OPERATORS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0706" y="3538566"/>
            <a:ext cx="11356833" cy="315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Arithmetic Operators: +, -, *, /, %, **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Assignment Operators: =, +=, -=, *=, /=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Comparison Operators: ==,===, !=, !==, &gt;, &lt;, &gt;=, &lt;=, &lt;=&gt;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Logical Operators: &amp;&amp;, ||, !</a:t>
            </a:r>
          </a:p>
          <a:p>
            <a:pPr algn="l">
              <a:lnSpc>
                <a:spcPts val="4234"/>
              </a:lnSpc>
            </a:pPr>
          </a:p>
          <a:p>
            <a:pPr algn="l">
              <a:lnSpc>
                <a:spcPts val="42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485" y="1802315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WORKING WITH ARRAYS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485" y="2946772"/>
            <a:ext cx="14771030" cy="535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 array is a data structure that can store multiple values in a single variable.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Types of Arrays in PHP: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Indexed Arrays: Arrays with numeric indices.    </a:t>
            </a:r>
          </a:p>
          <a:p>
            <a:pPr algn="l">
              <a:lnSpc>
                <a:spcPts val="4234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$colors = ["Red", "Green", "Blue"];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Associative Arrays: Arrays with named keys.  </a:t>
            </a:r>
          </a:p>
          <a:p>
            <a:pPr algn="l">
              <a:lnSpc>
                <a:spcPts val="4234"/>
              </a:lnSpc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$ages = ["John" =&gt; 25, "Jane" =&gt; 30];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Multidimensional Arrays: Arrays containing one or more arrays.      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$students = [ ["name" =&gt; "John", "age" =&gt; 25], 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["name" =&gt; "Jane", "age" =&gt; 30] ]; 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0928" y="2007982"/>
            <a:ext cx="4927648" cy="2068080"/>
          </a:xfrm>
          <a:custGeom>
            <a:avLst/>
            <a:gdLst/>
            <a:ahLst/>
            <a:cxnLst/>
            <a:rect r="r" b="b" t="t" l="l"/>
            <a:pathLst>
              <a:path h="2068080" w="4927648">
                <a:moveTo>
                  <a:pt x="0" y="0"/>
                </a:moveTo>
                <a:lnTo>
                  <a:pt x="4927648" y="0"/>
                </a:lnTo>
                <a:lnTo>
                  <a:pt x="4927648" y="2068080"/>
                </a:lnTo>
                <a:lnTo>
                  <a:pt x="0" y="2068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8485" y="5532228"/>
            <a:ext cx="4441777" cy="3246781"/>
          </a:xfrm>
          <a:custGeom>
            <a:avLst/>
            <a:gdLst/>
            <a:ahLst/>
            <a:cxnLst/>
            <a:rect r="r" b="b" t="t" l="l"/>
            <a:pathLst>
              <a:path h="3246781" w="4441777">
                <a:moveTo>
                  <a:pt x="0" y="0"/>
                </a:moveTo>
                <a:lnTo>
                  <a:pt x="4441777" y="0"/>
                </a:lnTo>
                <a:lnTo>
                  <a:pt x="4441777" y="3246780"/>
                </a:lnTo>
                <a:lnTo>
                  <a:pt x="0" y="32467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40013" y="4786559"/>
            <a:ext cx="7689502" cy="4471741"/>
          </a:xfrm>
          <a:custGeom>
            <a:avLst/>
            <a:gdLst/>
            <a:ahLst/>
            <a:cxnLst/>
            <a:rect r="r" b="b" t="t" l="l"/>
            <a:pathLst>
              <a:path h="4471741" w="7689502">
                <a:moveTo>
                  <a:pt x="0" y="0"/>
                </a:moveTo>
                <a:lnTo>
                  <a:pt x="7689502" y="0"/>
                </a:lnTo>
                <a:lnTo>
                  <a:pt x="7689502" y="4471741"/>
                </a:lnTo>
                <a:lnTo>
                  <a:pt x="0" y="4471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8485" y="1802315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CONDITIONALS IN PHP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8485" y="2946772"/>
            <a:ext cx="14771030" cy="161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Statements</a:t>
            </a: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If-Else Statements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Switch Statements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7470" y="1003380"/>
            <a:ext cx="3995805" cy="3398730"/>
          </a:xfrm>
          <a:custGeom>
            <a:avLst/>
            <a:gdLst/>
            <a:ahLst/>
            <a:cxnLst/>
            <a:rect r="r" b="b" t="t" l="l"/>
            <a:pathLst>
              <a:path h="3398730" w="3995805">
                <a:moveTo>
                  <a:pt x="0" y="0"/>
                </a:moveTo>
                <a:lnTo>
                  <a:pt x="3995805" y="0"/>
                </a:lnTo>
                <a:lnTo>
                  <a:pt x="3995805" y="3398730"/>
                </a:lnTo>
                <a:lnTo>
                  <a:pt x="0" y="3398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047" y="5340669"/>
            <a:ext cx="7243692" cy="2336675"/>
          </a:xfrm>
          <a:custGeom>
            <a:avLst/>
            <a:gdLst/>
            <a:ahLst/>
            <a:cxnLst/>
            <a:rect r="r" b="b" t="t" l="l"/>
            <a:pathLst>
              <a:path h="2336675" w="7243692">
                <a:moveTo>
                  <a:pt x="0" y="0"/>
                </a:moveTo>
                <a:lnTo>
                  <a:pt x="7243692" y="0"/>
                </a:lnTo>
                <a:lnTo>
                  <a:pt x="7243692" y="2336674"/>
                </a:lnTo>
                <a:lnTo>
                  <a:pt x="0" y="2336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64590" y="4905659"/>
            <a:ext cx="7546582" cy="3206694"/>
          </a:xfrm>
          <a:custGeom>
            <a:avLst/>
            <a:gdLst/>
            <a:ahLst/>
            <a:cxnLst/>
            <a:rect r="r" b="b" t="t" l="l"/>
            <a:pathLst>
              <a:path h="3206694" w="7546582">
                <a:moveTo>
                  <a:pt x="0" y="0"/>
                </a:moveTo>
                <a:lnTo>
                  <a:pt x="7546582" y="0"/>
                </a:lnTo>
                <a:lnTo>
                  <a:pt x="7546582" y="3206694"/>
                </a:lnTo>
                <a:lnTo>
                  <a:pt x="0" y="320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8485" y="1802315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LOOPS IN PHP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8485" y="2946772"/>
            <a:ext cx="14771030" cy="161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While Loop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Loop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Foreach Loop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485" y="1802315"/>
            <a:ext cx="12016887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 HANDLING IN PHP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485" y="2946772"/>
            <a:ext cx="14771030" cy="2152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E14761"/>
                </a:solidFill>
                <a:latin typeface="Poppins"/>
                <a:ea typeface="Poppins"/>
                <a:cs typeface="Poppins"/>
                <a:sym typeface="Poppins"/>
              </a:rPr>
              <a:t>GET vs POST Methods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GET: Sends data via URL, less secure.</a:t>
            </a:r>
          </a:p>
          <a:p>
            <a:pPr algn="l" marL="652990" indent="-326495" lvl="1">
              <a:lnSpc>
                <a:spcPts val="4234"/>
              </a:lnSpc>
              <a:buFont typeface="Arial"/>
              <a:buChar char="•"/>
            </a:pPr>
            <a:r>
              <a:rPr lang="en-US" sz="30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POST: Sends data in the HTTP request body, more secure.</a:t>
            </a:r>
          </a:p>
          <a:p>
            <a:pPr algn="l">
              <a:lnSpc>
                <a:spcPts val="423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0081" y="315677"/>
            <a:ext cx="2898297" cy="2774040"/>
          </a:xfrm>
          <a:custGeom>
            <a:avLst/>
            <a:gdLst/>
            <a:ahLst/>
            <a:cxnLst/>
            <a:rect r="r" b="b" t="t" l="l"/>
            <a:pathLst>
              <a:path h="2774040" w="2898297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1244" y="6747869"/>
            <a:ext cx="5505900" cy="3223454"/>
          </a:xfrm>
          <a:custGeom>
            <a:avLst/>
            <a:gdLst/>
            <a:ahLst/>
            <a:cxnLst/>
            <a:rect r="r" b="b" t="t" l="l"/>
            <a:pathLst>
              <a:path h="3223454" w="5505900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027700"/>
            <a:ext cx="16230600" cy="292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10"/>
              </a:lnSpc>
              <a:spcBef>
                <a:spcPct val="0"/>
              </a:spcBef>
            </a:pPr>
            <a:r>
              <a:rPr lang="en-US" sz="16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DAGSRFj9VoE</dc:identifier>
  <dcterms:modified xsi:type="dcterms:W3CDTF">2011-08-01T06:04:30Z</dcterms:modified>
  <cp:revision>1</cp:revision>
  <dc:title>t3</dc:title>
</cp:coreProperties>
</file>