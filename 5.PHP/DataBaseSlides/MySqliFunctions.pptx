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363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3384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577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424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881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88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293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516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87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1776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425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826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1124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1966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4403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9560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1523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554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0AD9CBE2-90D1-47D3-B8CE-F659727A9B80}" type="datetimeFigureOut">
              <a:rPr lang="en-PK" smtClean="0"/>
              <a:t>18/03/2020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32C0A4A3-1E31-4A96-B919-A3A84E7A76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920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583C-D0BB-4314-BC80-63A826B09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Handling Database In php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4137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1B12-D2E2-40C9-A757-A583002B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F561-8BD2-4E48-B62A-EC830E2BD0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6056" y="1773405"/>
            <a:ext cx="10394707" cy="331118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Relational Database Management System (RDBMS):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Stores data in tables that are linked with common fields,  known as keys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MS Access, Oracle, and MySQL are the different types of  RDBMS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the Linux operating system, MySQL is mostly  preferred because it is an open source software, and is  easy to use</a:t>
            </a:r>
          </a:p>
          <a:p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1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D6AB-F2FF-4E45-8490-227F829D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APIs: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E3CA-2341-4EB2-9452-B7189188A3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Database APIs allows developers to write applications that  are movable or easily accessible between the database  products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Some of the common database APIs are: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Native-Interface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Open Database Connectivity (ODBC)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Java Database Connectivity (JDBC)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Common Object Request Broker Architecture (CORBA)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2153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3C4B-D51C-4FB1-9966-56670E29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Database: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4976-64CF-40B8-A955-62D070BA28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938" y="1773405"/>
            <a:ext cx="10394707" cy="3311189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PHP supports MySQL database for accessing data from  the database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Connecting to a Database</a:t>
            </a:r>
          </a:p>
          <a:p>
            <a:pPr lvl="2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Web site connects to a database to access and store  information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Steps for connecting to a database are as follows:</a:t>
            </a:r>
          </a:p>
          <a:p>
            <a:pPr lvl="2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Open the database connection</a:t>
            </a:r>
          </a:p>
          <a:p>
            <a:pPr lvl="2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Work with the database</a:t>
            </a:r>
          </a:p>
          <a:p>
            <a:pPr lvl="2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Close the database connection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12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D2AC-36C3-4210-85F3-C047AEDC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2999"/>
            <a:ext cx="10396882" cy="1151965"/>
          </a:xfrm>
        </p:spPr>
        <p:txBody>
          <a:bodyPr/>
          <a:lstStyle/>
          <a:p>
            <a:r>
              <a:rPr lang="en-US" dirty="0"/>
              <a:t>Connecting to </a:t>
            </a:r>
            <a:r>
              <a:rPr lang="en-US" dirty="0" err="1"/>
              <a:t>mysql</a:t>
            </a:r>
            <a:r>
              <a:rPr lang="en-US" dirty="0"/>
              <a:t> server: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BCF47-EAE7-43E4-945F-9FA492FA5D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017" y="1643672"/>
            <a:ext cx="10394707" cy="3311189"/>
          </a:xfrm>
        </p:spPr>
        <p:txBody>
          <a:bodyPr>
            <a:normAutofit fontScale="25000" lnSpcReduction="20000"/>
          </a:bodyPr>
          <a:lstStyle/>
          <a:p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PHP and MySQL are automatically installed while customizing the  installation of Linux operating system</a:t>
            </a:r>
          </a:p>
          <a:p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A connection needs to be establish to the MySQL server and PHP  with the help of </a:t>
            </a:r>
            <a:r>
              <a:rPr lang="en-US" sz="5200" dirty="0" err="1">
                <a:latin typeface="Calibri" panose="020F0502020204030204" pitchFamily="34" charset="0"/>
                <a:cs typeface="Calibri" panose="020F0502020204030204" pitchFamily="34" charset="0"/>
              </a:rPr>
              <a:t>mysql_connect</a:t>
            </a:r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()function</a:t>
            </a:r>
          </a:p>
          <a:p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This function takes three arguments:</a:t>
            </a:r>
          </a:p>
          <a:p>
            <a:pPr lvl="1"/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Name of the machine on which the database is running</a:t>
            </a:r>
          </a:p>
          <a:p>
            <a:pPr lvl="1"/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Database username</a:t>
            </a:r>
          </a:p>
          <a:p>
            <a:pPr lvl="1"/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Database user password</a:t>
            </a:r>
          </a:p>
          <a:p>
            <a:endParaRPr lang="en-US" sz="5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lvl="1"/>
            <a:r>
              <a:rPr lang="en-US" sz="5200" dirty="0" err="1">
                <a:latin typeface="Calibri" panose="020F0502020204030204" pitchFamily="34" charset="0"/>
                <a:cs typeface="Calibri" panose="020F0502020204030204" pitchFamily="34" charset="0"/>
              </a:rPr>
              <a:t>host_name</a:t>
            </a:r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name of the server on which the  database is running. The default location of MySQL  server is localhost</a:t>
            </a:r>
          </a:p>
          <a:p>
            <a:pPr lvl="1"/>
            <a:r>
              <a:rPr lang="en-US" sz="5200" dirty="0" err="1">
                <a:latin typeface="Calibri" panose="020F0502020204030204" pitchFamily="34" charset="0"/>
                <a:cs typeface="Calibri" panose="020F0502020204030204" pitchFamily="34" charset="0"/>
              </a:rPr>
              <a:t>user_name</a:t>
            </a:r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username</a:t>
            </a:r>
          </a:p>
          <a:p>
            <a:pPr lvl="1"/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password - specifies the password to connect to the database</a:t>
            </a:r>
          </a:p>
          <a:p>
            <a:pPr lvl="1"/>
            <a:r>
              <a:rPr lang="en-US" sz="5200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sz="5200" dirty="0">
                <a:latin typeface="Calibri" panose="020F0502020204030204" pitchFamily="34" charset="0"/>
                <a:cs typeface="Calibri" panose="020F0502020204030204" pitchFamily="34" charset="0"/>
              </a:rPr>
              <a:t> - stores the return value of the connection</a:t>
            </a:r>
          </a:p>
          <a:p>
            <a:pPr lvl="1"/>
            <a:endParaRPr lang="en-US" sz="5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PK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1DCB9DD-67FF-49D1-871C-E3B132FCE4E8}"/>
              </a:ext>
            </a:extLst>
          </p:cNvPr>
          <p:cNvSpPr txBox="1"/>
          <p:nvPr/>
        </p:nvSpPr>
        <p:spPr>
          <a:xfrm>
            <a:off x="2112341" y="3181926"/>
            <a:ext cx="7543800" cy="23468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835"/>
              </a:lnSpc>
            </a:pPr>
            <a:r>
              <a:rPr sz="1600" spc="-5" dirty="0">
                <a:latin typeface="Courier New"/>
                <a:cs typeface="Courier New"/>
              </a:rPr>
              <a:t>$link_id =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mysql_connect("host_name","user_name","password");</a:t>
            </a:r>
            <a:endParaRPr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5768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81B3-AEEB-42D5-A174-8F7800C3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the database: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4094-FB8E-4CCE-82C1-518D655FF1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046" y="1773405"/>
            <a:ext cx="10394707" cy="3311189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Before starting work with the database, a connection needs  to be established with the MySQL server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PHP provides the following functions to work with the  MySQL database:</a:t>
            </a:r>
          </a:p>
          <a:p>
            <a:pPr lvl="1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mysql_list_dbs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()- This function displays all the  databases available on the server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mysql_list_dbs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lvl="1"/>
            <a:r>
              <a:rPr lang="en-US" sz="2700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return value of the connection</a:t>
            </a:r>
          </a:p>
          <a:p>
            <a:endParaRPr lang="en-PK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5B9593C-65DD-43B0-B833-14EBB4A17142}"/>
              </a:ext>
            </a:extLst>
          </p:cNvPr>
          <p:cNvSpPr txBox="1"/>
          <p:nvPr/>
        </p:nvSpPr>
        <p:spPr>
          <a:xfrm>
            <a:off x="4046095" y="3858502"/>
            <a:ext cx="3200400" cy="23468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839"/>
              </a:lnSpc>
            </a:pPr>
            <a:r>
              <a:rPr sz="1600" spc="-5" dirty="0">
                <a:latin typeface="Courier New"/>
                <a:cs typeface="Courier New"/>
              </a:rPr>
              <a:t>mysql_list_dbs($link_id);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5877294-7C37-4FB5-92D6-F67DE0C33DE0}"/>
              </a:ext>
            </a:extLst>
          </p:cNvPr>
          <p:cNvSpPr txBox="1"/>
          <p:nvPr/>
        </p:nvSpPr>
        <p:spPr>
          <a:xfrm>
            <a:off x="2667000" y="3505200"/>
            <a:ext cx="1981200" cy="35330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855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94B6-C5C1-4715-9DBC-68D45EF5A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850" y="0"/>
            <a:ext cx="10396882" cy="1151965"/>
          </a:xfrm>
        </p:spPr>
        <p:txBody>
          <a:bodyPr/>
          <a:lstStyle/>
          <a:p>
            <a:r>
              <a:rPr lang="en-US" dirty="0"/>
              <a:t>Working with the database: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F3F4-5088-411F-9795-4EB5A5822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0763" y="1635146"/>
            <a:ext cx="7924800" cy="4114800"/>
          </a:xfrm>
        </p:spPr>
        <p:txBody>
          <a:bodyPr>
            <a:normAutofit/>
          </a:bodyPr>
          <a:lstStyle/>
          <a:p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mysql_select_db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()- This function defines the  database that will be used for the connection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mysql_select_db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marL="228600" lvl="1">
              <a:spcBef>
                <a:spcPts val="1000"/>
              </a:spcBef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database_name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database name</a:t>
            </a:r>
          </a:p>
          <a:p>
            <a:pPr marL="228600" lvl="1">
              <a:spcBef>
                <a:spcPts val="1000"/>
              </a:spcBef>
            </a:pPr>
            <a:r>
              <a:rPr lang="en-U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return value of the connection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AE6176-F9A3-4EA0-990F-BAF3B9B87628}"/>
              </a:ext>
            </a:extLst>
          </p:cNvPr>
          <p:cNvSpPr txBox="1"/>
          <p:nvPr/>
        </p:nvSpPr>
        <p:spPr>
          <a:xfrm>
            <a:off x="2590800" y="3335401"/>
            <a:ext cx="6172200" cy="23468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835"/>
              </a:lnSpc>
            </a:pPr>
            <a:r>
              <a:rPr sz="1600" spc="-5" dirty="0">
                <a:latin typeface="Courier New"/>
                <a:cs typeface="Courier New"/>
              </a:rPr>
              <a:t>mysql_select_db("database_name",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$link_id);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A687AF9-4F70-4594-AA7E-4CC5B379F816}"/>
              </a:ext>
            </a:extLst>
          </p:cNvPr>
          <p:cNvSpPr txBox="1"/>
          <p:nvPr/>
        </p:nvSpPr>
        <p:spPr>
          <a:xfrm>
            <a:off x="2311963" y="2796604"/>
            <a:ext cx="1981200" cy="35330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52765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91BB6-CD3C-4107-B0DB-E84FDD74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the database: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2341F-E3E0-4E07-A6D9-FDC58249F2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mysql_list_tables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()- This function displays a list of all  the tables available in the specified database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mysql_list_tables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marL="228600" lvl="1">
              <a:spcBef>
                <a:spcPts val="1000"/>
              </a:spcBef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database_name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specifies the database name</a:t>
            </a:r>
          </a:p>
          <a:p>
            <a:pPr marL="228600" lvl="1">
              <a:spcBef>
                <a:spcPts val="1000"/>
              </a:spcBef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specifies the return value of the connection</a:t>
            </a:r>
          </a:p>
          <a:p>
            <a:endParaRPr lang="en-PK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8A68C06-2A04-41CC-945D-BBB36D0C9E56}"/>
              </a:ext>
            </a:extLst>
          </p:cNvPr>
          <p:cNvSpPr txBox="1"/>
          <p:nvPr/>
        </p:nvSpPr>
        <p:spPr>
          <a:xfrm>
            <a:off x="2514600" y="3302510"/>
            <a:ext cx="6172200" cy="37638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L="68580">
              <a:spcBef>
                <a:spcPts val="1255"/>
              </a:spcBef>
            </a:pPr>
            <a:r>
              <a:rPr sz="1400" spc="-5" dirty="0">
                <a:latin typeface="Courier New"/>
                <a:cs typeface="Courier New"/>
              </a:rPr>
              <a:t>mysql_list_tables("database_name",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$link_id);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E6EB576-C3D0-433D-8DDA-A2F4667A2D21}"/>
              </a:ext>
            </a:extLst>
          </p:cNvPr>
          <p:cNvSpPr txBox="1"/>
          <p:nvPr/>
        </p:nvSpPr>
        <p:spPr>
          <a:xfrm>
            <a:off x="2514600" y="2709672"/>
            <a:ext cx="1981200" cy="35394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19" rIns="0" bIns="0" rtlCol="0">
            <a:spAutoFit/>
          </a:bodyPr>
          <a:lstStyle/>
          <a:p>
            <a:pPr marL="613410">
              <a:spcBef>
                <a:spcPts val="359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05708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7BA3-E6E4-4916-A109-0AD60D8D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the database: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A8BE-04EC-43C5-A5BC-55758AC459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mysql_num_rows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()- This function displays the number  of rows present in the specified table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mysql_num_rows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marL="228600" lvl="1">
              <a:spcBef>
                <a:spcPts val="1000"/>
              </a:spcBef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name of the table for displaying the number  of rows</a:t>
            </a:r>
          </a:p>
          <a:p>
            <a:endParaRPr lang="en-PK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819B451-C15A-4442-A9F6-622C7854AA12}"/>
              </a:ext>
            </a:extLst>
          </p:cNvPr>
          <p:cNvSpPr txBox="1"/>
          <p:nvPr/>
        </p:nvSpPr>
        <p:spPr>
          <a:xfrm>
            <a:off x="2514600" y="3388742"/>
            <a:ext cx="6172200" cy="20774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mysql_num_rows("table_name");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7B19F22-1BA8-4841-AA93-AE8C095642B3}"/>
              </a:ext>
            </a:extLst>
          </p:cNvPr>
          <p:cNvSpPr txBox="1"/>
          <p:nvPr/>
        </p:nvSpPr>
        <p:spPr>
          <a:xfrm>
            <a:off x="1524000" y="3036081"/>
            <a:ext cx="1981200" cy="352661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613410">
              <a:spcBef>
                <a:spcPts val="35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303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B9DF-019A-4372-B295-58C66412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879" y="202371"/>
            <a:ext cx="10396882" cy="1151965"/>
          </a:xfrm>
        </p:spPr>
        <p:txBody>
          <a:bodyPr/>
          <a:lstStyle/>
          <a:p>
            <a:r>
              <a:rPr lang="en-US" dirty="0"/>
              <a:t>Closing the connection: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0B25C-FD72-4EDF-B667-C064F634294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connection with MySQL server can be closed with the  help of the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mysql_close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()function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mysql_close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return value of the connection</a:t>
            </a:r>
          </a:p>
          <a:p>
            <a:endParaRPr lang="en-US" sz="1800" dirty="0"/>
          </a:p>
          <a:p>
            <a:endParaRPr lang="en-PK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3885AA7-AA6B-4AAE-9F8C-3ABBC7747528}"/>
              </a:ext>
            </a:extLst>
          </p:cNvPr>
          <p:cNvSpPr txBox="1"/>
          <p:nvPr/>
        </p:nvSpPr>
        <p:spPr>
          <a:xfrm>
            <a:off x="2819400" y="3305811"/>
            <a:ext cx="6172200" cy="20774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mysql_close($link_id);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B34DE1B-BF83-442D-92AF-E5681C1039DF}"/>
              </a:ext>
            </a:extLst>
          </p:cNvPr>
          <p:cNvSpPr txBox="1"/>
          <p:nvPr/>
        </p:nvSpPr>
        <p:spPr>
          <a:xfrm>
            <a:off x="2362200" y="2708657"/>
            <a:ext cx="1981200" cy="353943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20" rIns="0" bIns="0" rtlCol="0">
            <a:spAutoFit/>
          </a:bodyPr>
          <a:lstStyle/>
          <a:p>
            <a:pPr marL="613410">
              <a:spcBef>
                <a:spcPts val="36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7222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B05C-D849-4F69-93E8-9E46C5D7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48" y="161144"/>
            <a:ext cx="10396882" cy="1151965"/>
          </a:xfrm>
        </p:spPr>
        <p:txBody>
          <a:bodyPr/>
          <a:lstStyle/>
          <a:p>
            <a:r>
              <a:rPr lang="en-US" dirty="0"/>
              <a:t>Data  access function: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CF68-A3F4-40A4-9868-275D74C733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PHP provides the following functions for accessing data  from the database:</a:t>
            </a:r>
          </a:p>
          <a:p>
            <a:pPr marL="228600" lvl="1">
              <a:lnSpc>
                <a:spcPct val="130000"/>
              </a:lnSpc>
              <a:spcBef>
                <a:spcPts val="1000"/>
              </a:spcBef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mysql_query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()- Executes MySQL query for retrieving  data from tables and commands such as SELECT, SHOW,  EXPLAIN, and DESCRIBE can be used with this function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mysql_query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query - specifies the MySQL query</a:t>
            </a:r>
          </a:p>
          <a:p>
            <a:pPr>
              <a:lnSpc>
                <a:spcPct val="130000"/>
              </a:lnSpc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link_id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return value of the connection</a:t>
            </a:r>
          </a:p>
          <a:p>
            <a:endParaRPr lang="en-US" sz="1600" dirty="0"/>
          </a:p>
          <a:p>
            <a:endParaRPr lang="en-PK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DF514-B2DC-4606-A29D-44638550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654" y="3185544"/>
            <a:ext cx="6236749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9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90AF-7801-4668-9D49-AF555A20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 access function: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979A-B787-49E9-BAEC-8395860B60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700" dirty="0" err="1">
                <a:latin typeface="Calibri" panose="020F0502020204030204" pitchFamily="34" charset="0"/>
                <a:cs typeface="Calibri" panose="020F0502020204030204" pitchFamily="34" charset="0"/>
              </a:rPr>
              <a:t>mysql_fetch_array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()- Retrieves the rows of the table  and saves it as an array. It is an extended version of  </a:t>
            </a:r>
            <a:r>
              <a:rPr lang="en-US" sz="1700" dirty="0" err="1">
                <a:latin typeface="Calibri" panose="020F0502020204030204" pitchFamily="34" charset="0"/>
                <a:cs typeface="Calibri" panose="020F0502020204030204" pitchFamily="34" charset="0"/>
              </a:rPr>
              <a:t>mysql_fetch_row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() function</a:t>
            </a:r>
          </a:p>
          <a:p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700" dirty="0" err="1">
                <a:latin typeface="Calibri" panose="020F0502020204030204" pitchFamily="34" charset="0"/>
                <a:cs typeface="Calibri" panose="020F0502020204030204" pitchFamily="34" charset="0"/>
              </a:rPr>
              <a:t>mysql_fetch_array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r>
              <a:rPr lang="en-US" sz="1700" dirty="0" err="1"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r>
              <a:rPr 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name of the selected table</a:t>
            </a:r>
          </a:p>
          <a:p>
            <a:endParaRPr lang="en-PK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D81DB19-0289-4D37-A246-5A2CCF42ACF3}"/>
              </a:ext>
            </a:extLst>
          </p:cNvPr>
          <p:cNvSpPr/>
          <p:nvPr/>
        </p:nvSpPr>
        <p:spPr>
          <a:xfrm>
            <a:off x="2584450" y="3182367"/>
            <a:ext cx="0" cy="259079"/>
          </a:xfrm>
          <a:custGeom>
            <a:avLst/>
            <a:gdLst/>
            <a:ahLst/>
            <a:cxnLst/>
            <a:rect l="l" t="t" r="r" b="b"/>
            <a:pathLst>
              <a:path h="259079">
                <a:moveTo>
                  <a:pt x="0" y="0"/>
                </a:moveTo>
                <a:lnTo>
                  <a:pt x="0" y="2586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4ED54C-D75B-4A13-8D13-DF7807529EB9}"/>
              </a:ext>
            </a:extLst>
          </p:cNvPr>
          <p:cNvSpPr/>
          <p:nvPr/>
        </p:nvSpPr>
        <p:spPr>
          <a:xfrm>
            <a:off x="8756650" y="3182367"/>
            <a:ext cx="0" cy="259079"/>
          </a:xfrm>
          <a:custGeom>
            <a:avLst/>
            <a:gdLst/>
            <a:ahLst/>
            <a:cxnLst/>
            <a:rect l="l" t="t" r="r" b="b"/>
            <a:pathLst>
              <a:path h="259079">
                <a:moveTo>
                  <a:pt x="0" y="0"/>
                </a:moveTo>
                <a:lnTo>
                  <a:pt x="0" y="2586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61BDDC7-B841-4675-AEFD-1EFBF445CFAC}"/>
              </a:ext>
            </a:extLst>
          </p:cNvPr>
          <p:cNvSpPr/>
          <p:nvPr/>
        </p:nvSpPr>
        <p:spPr>
          <a:xfrm>
            <a:off x="2578100" y="3182366"/>
            <a:ext cx="6184900" cy="12700"/>
          </a:xfrm>
          <a:custGeom>
            <a:avLst/>
            <a:gdLst/>
            <a:ahLst/>
            <a:cxnLst/>
            <a:rect l="l" t="t" r="r" b="b"/>
            <a:pathLst>
              <a:path w="6184900" h="12700">
                <a:moveTo>
                  <a:pt x="0" y="12700"/>
                </a:moveTo>
                <a:lnTo>
                  <a:pt x="6184900" y="12700"/>
                </a:lnTo>
                <a:lnTo>
                  <a:pt x="6184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94073A-5A26-47F0-BD52-27AD85DE1637}"/>
              </a:ext>
            </a:extLst>
          </p:cNvPr>
          <p:cNvSpPr/>
          <p:nvPr/>
        </p:nvSpPr>
        <p:spPr>
          <a:xfrm>
            <a:off x="2578100" y="3438017"/>
            <a:ext cx="6184900" cy="0"/>
          </a:xfrm>
          <a:custGeom>
            <a:avLst/>
            <a:gdLst/>
            <a:ahLst/>
            <a:cxnLst/>
            <a:rect l="l" t="t" r="r" b="b"/>
            <a:pathLst>
              <a:path w="6184900">
                <a:moveTo>
                  <a:pt x="0" y="0"/>
                </a:moveTo>
                <a:lnTo>
                  <a:pt x="61849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BE47623-C38F-4A75-B388-91672765EFEA}"/>
              </a:ext>
            </a:extLst>
          </p:cNvPr>
          <p:cNvSpPr txBox="1"/>
          <p:nvPr/>
        </p:nvSpPr>
        <p:spPr>
          <a:xfrm>
            <a:off x="3197986" y="2809192"/>
            <a:ext cx="751840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spcBef>
                <a:spcPts val="5"/>
              </a:spcBef>
            </a:pP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BC39B6F-BFAC-4885-A114-011164CD7DB9}"/>
              </a:ext>
            </a:extLst>
          </p:cNvPr>
          <p:cNvSpPr/>
          <p:nvPr/>
        </p:nvSpPr>
        <p:spPr>
          <a:xfrm>
            <a:off x="2584450" y="3204463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85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22310CB-63CB-4E75-A280-17B939EB6C89}"/>
              </a:ext>
            </a:extLst>
          </p:cNvPr>
          <p:cNvSpPr/>
          <p:nvPr/>
        </p:nvSpPr>
        <p:spPr>
          <a:xfrm>
            <a:off x="8756650" y="3204463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85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7F4501E-86D8-42EF-A186-369B5CB414E8}"/>
              </a:ext>
            </a:extLst>
          </p:cNvPr>
          <p:cNvSpPr/>
          <p:nvPr/>
        </p:nvSpPr>
        <p:spPr>
          <a:xfrm>
            <a:off x="2578100" y="3204463"/>
            <a:ext cx="6184900" cy="12700"/>
          </a:xfrm>
          <a:custGeom>
            <a:avLst/>
            <a:gdLst/>
            <a:ahLst/>
            <a:cxnLst/>
            <a:rect l="l" t="t" r="r" b="b"/>
            <a:pathLst>
              <a:path w="6184900" h="12700">
                <a:moveTo>
                  <a:pt x="0" y="12700"/>
                </a:moveTo>
                <a:lnTo>
                  <a:pt x="6184900" y="12700"/>
                </a:lnTo>
                <a:lnTo>
                  <a:pt x="6184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B6B3BADB-585F-493A-8A90-4834587700AF}"/>
              </a:ext>
            </a:extLst>
          </p:cNvPr>
          <p:cNvSpPr/>
          <p:nvPr/>
        </p:nvSpPr>
        <p:spPr>
          <a:xfrm>
            <a:off x="2578100" y="3434968"/>
            <a:ext cx="6184900" cy="0"/>
          </a:xfrm>
          <a:custGeom>
            <a:avLst/>
            <a:gdLst/>
            <a:ahLst/>
            <a:cxnLst/>
            <a:rect l="l" t="t" r="r" b="b"/>
            <a:pathLst>
              <a:path w="6184900">
                <a:moveTo>
                  <a:pt x="0" y="0"/>
                </a:moveTo>
                <a:lnTo>
                  <a:pt x="6184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E7B135DD-693B-442A-BD3E-89606C055815}"/>
              </a:ext>
            </a:extLst>
          </p:cNvPr>
          <p:cNvSpPr txBox="1"/>
          <p:nvPr/>
        </p:nvSpPr>
        <p:spPr>
          <a:xfrm>
            <a:off x="2609850" y="3230268"/>
            <a:ext cx="6159500" cy="207749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1645"/>
              </a:lnSpc>
            </a:pPr>
            <a:r>
              <a:rPr sz="1400" spc="-5" dirty="0">
                <a:latin typeface="Courier New"/>
                <a:cs typeface="Courier New"/>
              </a:rPr>
              <a:t>mysql_fetch_array("table_name");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CE93692E-18D9-4BFC-87D7-2DD13D4EA13E}"/>
              </a:ext>
            </a:extLst>
          </p:cNvPr>
          <p:cNvSpPr txBox="1"/>
          <p:nvPr/>
        </p:nvSpPr>
        <p:spPr>
          <a:xfrm>
            <a:off x="381057" y="3157171"/>
            <a:ext cx="1981200" cy="35394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19" rIns="0" bIns="0" rtlCol="0">
            <a:spAutoFit/>
          </a:bodyPr>
          <a:lstStyle/>
          <a:p>
            <a:pPr marL="613410">
              <a:spcBef>
                <a:spcPts val="359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8085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BD95-0857-4DC4-A4DF-A1333AA2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 access function: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271D-EC1D-41B1-A237-F471731CE0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mysql_field_len</a:t>
            </a: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()- Displays the length of the specified  field</a:t>
            </a:r>
          </a:p>
          <a:p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mysql_field_len</a:t>
            </a: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pPr marL="228600" lvl="1">
              <a:spcBef>
                <a:spcPts val="1000"/>
              </a:spcBef>
            </a:pPr>
            <a:r>
              <a:rPr lang="en-US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table name</a:t>
            </a:r>
          </a:p>
          <a:p>
            <a:pPr marL="228600" lvl="1">
              <a:spcBef>
                <a:spcPts val="1000"/>
              </a:spcBef>
            </a:pPr>
            <a:r>
              <a:rPr lang="en-US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field_name</a:t>
            </a: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– specifies the field name for which the	length needs to be displayed</a:t>
            </a:r>
          </a:p>
          <a:p>
            <a:endParaRPr lang="en-PK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B8CE385-0449-46EE-9EE8-0BCD8E77CEC6}"/>
              </a:ext>
            </a:extLst>
          </p:cNvPr>
          <p:cNvSpPr txBox="1"/>
          <p:nvPr/>
        </p:nvSpPr>
        <p:spPr>
          <a:xfrm>
            <a:off x="3009900" y="3354383"/>
            <a:ext cx="6172200" cy="20774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mysql_field_len("table_name",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"field_name");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D754197-192B-4EF2-B04B-9877974AC0B9}"/>
              </a:ext>
            </a:extLst>
          </p:cNvPr>
          <p:cNvSpPr txBox="1"/>
          <p:nvPr/>
        </p:nvSpPr>
        <p:spPr>
          <a:xfrm>
            <a:off x="2514600" y="2755859"/>
            <a:ext cx="1981200" cy="35330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0700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4F5A-D20B-4833-8119-22677CE2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 access function: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95408-FB15-407D-AC58-5A9666D818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mysql_num_fields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()- Displays the number of fields in  the specified table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mysql_num_fields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()function is as follows: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Where,</a:t>
            </a:r>
          </a:p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table_name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- specifies the table name</a:t>
            </a:r>
          </a:p>
          <a:p>
            <a:endParaRPr lang="en-PK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E77FEA0D-5666-48FC-95BB-D817250ADBE6}"/>
              </a:ext>
            </a:extLst>
          </p:cNvPr>
          <p:cNvSpPr txBox="1"/>
          <p:nvPr/>
        </p:nvSpPr>
        <p:spPr>
          <a:xfrm>
            <a:off x="1111493" y="3132070"/>
            <a:ext cx="1981200" cy="353302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CAB92EC-E64A-45BF-849D-25963BF477A2}"/>
              </a:ext>
            </a:extLst>
          </p:cNvPr>
          <p:cNvSpPr txBox="1"/>
          <p:nvPr/>
        </p:nvSpPr>
        <p:spPr>
          <a:xfrm>
            <a:off x="2819400" y="3204847"/>
            <a:ext cx="6172200" cy="20774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mysql_num_fields("table_name");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88750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25</TotalTime>
  <Words>920</Words>
  <Application>Microsoft Office PowerPoint</Application>
  <PresentationFormat>Widescreen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Impact</vt:lpstr>
      <vt:lpstr>Tahoma</vt:lpstr>
      <vt:lpstr>Main Event</vt:lpstr>
      <vt:lpstr>Handling Database In php</vt:lpstr>
      <vt:lpstr>Introduction:</vt:lpstr>
      <vt:lpstr>Database APIs:</vt:lpstr>
      <vt:lpstr>Php Database:</vt:lpstr>
      <vt:lpstr>Connecting to mysql server:</vt:lpstr>
      <vt:lpstr>Working with the database:</vt:lpstr>
      <vt:lpstr>Working with the database:</vt:lpstr>
      <vt:lpstr>Working with the database:</vt:lpstr>
      <vt:lpstr>Working with the database:</vt:lpstr>
      <vt:lpstr>Closing the connection:</vt:lpstr>
      <vt:lpstr>Data  access function:</vt:lpstr>
      <vt:lpstr>Data  access function:</vt:lpstr>
      <vt:lpstr>Data  access function:</vt:lpstr>
      <vt:lpstr>Data  access function: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Database In php</dc:title>
  <dc:creator>Sana Shiraz</dc:creator>
  <cp:lastModifiedBy>Aatika</cp:lastModifiedBy>
  <cp:revision>5</cp:revision>
  <dcterms:created xsi:type="dcterms:W3CDTF">2019-07-19T11:14:02Z</dcterms:created>
  <dcterms:modified xsi:type="dcterms:W3CDTF">2020-03-18T11:28:09Z</dcterms:modified>
</cp:coreProperties>
</file>